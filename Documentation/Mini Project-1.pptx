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4" r:id="rId9"/>
    <p:sldId id="266" r:id="rId10"/>
    <p:sldId id="267" r:id="rId11"/>
    <p:sldId id="268" r:id="rId12"/>
    <p:sldId id="269" r:id="rId13"/>
    <p:sldId id="270" r:id="rId14"/>
    <p:sldId id="271" r:id="rId15"/>
    <p:sldId id="272" r:id="rId16"/>
    <p:sldId id="273" r:id="rId17"/>
    <p:sldId id="274" r:id="rId18"/>
    <p:sldId id="276"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C126D7-2475-4361-8EC9-A7BF1D5DCCD7}" v="11" dt="2023-02-16T05:40:56.0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HYAYINI PASUNURI" userId="f974301c79179309" providerId="LiveId" clId="{97C126D7-2475-4361-8EC9-A7BF1D5DCCD7}"/>
    <pc:docChg chg="undo custSel addSld modSld sldOrd">
      <pc:chgData name="KATHYAYINI PASUNURI" userId="f974301c79179309" providerId="LiveId" clId="{97C126D7-2475-4361-8EC9-A7BF1D5DCCD7}" dt="2023-02-21T10:48:20.339" v="2025" actId="1076"/>
      <pc:docMkLst>
        <pc:docMk/>
      </pc:docMkLst>
      <pc:sldChg chg="modSp mod">
        <pc:chgData name="KATHYAYINI PASUNURI" userId="f974301c79179309" providerId="LiveId" clId="{97C126D7-2475-4361-8EC9-A7BF1D5DCCD7}" dt="2023-02-21T10:48:20.339" v="2025" actId="1076"/>
        <pc:sldMkLst>
          <pc:docMk/>
          <pc:sldMk cId="3399484018" sldId="256"/>
        </pc:sldMkLst>
        <pc:picChg chg="mod">
          <ac:chgData name="KATHYAYINI PASUNURI" userId="f974301c79179309" providerId="LiveId" clId="{97C126D7-2475-4361-8EC9-A7BF1D5DCCD7}" dt="2023-02-21T10:48:20.339" v="2025" actId="1076"/>
          <ac:picMkLst>
            <pc:docMk/>
            <pc:sldMk cId="3399484018" sldId="256"/>
            <ac:picMk id="6" creationId="{9CB99A59-54A3-7495-F4F8-A947F6E90380}"/>
          </ac:picMkLst>
        </pc:picChg>
      </pc:sldChg>
      <pc:sldChg chg="modSp mod">
        <pc:chgData name="KATHYAYINI PASUNURI" userId="f974301c79179309" providerId="LiveId" clId="{97C126D7-2475-4361-8EC9-A7BF1D5DCCD7}" dt="2023-02-16T06:33:12.323" v="2024" actId="1076"/>
        <pc:sldMkLst>
          <pc:docMk/>
          <pc:sldMk cId="161861693" sldId="264"/>
        </pc:sldMkLst>
        <pc:spChg chg="mod">
          <ac:chgData name="KATHYAYINI PASUNURI" userId="f974301c79179309" providerId="LiveId" clId="{97C126D7-2475-4361-8EC9-A7BF1D5DCCD7}" dt="2023-02-16T06:33:12.323" v="2024" actId="1076"/>
          <ac:spMkLst>
            <pc:docMk/>
            <pc:sldMk cId="161861693" sldId="264"/>
            <ac:spMk id="25" creationId="{965FB07A-96F4-F689-3FA9-3B9CF8264372}"/>
          </ac:spMkLst>
        </pc:spChg>
      </pc:sldChg>
      <pc:sldChg chg="addSp delSp modSp mod">
        <pc:chgData name="KATHYAYINI PASUNURI" userId="f974301c79179309" providerId="LiveId" clId="{97C126D7-2475-4361-8EC9-A7BF1D5DCCD7}" dt="2023-02-16T05:41:21.799" v="720" actId="20577"/>
        <pc:sldMkLst>
          <pc:docMk/>
          <pc:sldMk cId="3604047268" sldId="266"/>
        </pc:sldMkLst>
        <pc:spChg chg="mod">
          <ac:chgData name="KATHYAYINI PASUNURI" userId="f974301c79179309" providerId="LiveId" clId="{97C126D7-2475-4361-8EC9-A7BF1D5DCCD7}" dt="2023-02-16T05:41:21.799" v="720" actId="20577"/>
          <ac:spMkLst>
            <pc:docMk/>
            <pc:sldMk cId="3604047268" sldId="266"/>
            <ac:spMk id="2" creationId="{FFBDDD46-CBF2-5359-3E9C-CE92D7091160}"/>
          </ac:spMkLst>
        </pc:spChg>
        <pc:spChg chg="del mod">
          <ac:chgData name="KATHYAYINI PASUNURI" userId="f974301c79179309" providerId="LiveId" clId="{97C126D7-2475-4361-8EC9-A7BF1D5DCCD7}" dt="2023-02-16T04:49:31.451" v="16"/>
          <ac:spMkLst>
            <pc:docMk/>
            <pc:sldMk cId="3604047268" sldId="266"/>
            <ac:spMk id="4" creationId="{B85587BA-64C1-63AC-C1FA-07FCA2432DA1}"/>
          </ac:spMkLst>
        </pc:spChg>
        <pc:spChg chg="add mod">
          <ac:chgData name="KATHYAYINI PASUNURI" userId="f974301c79179309" providerId="LiveId" clId="{97C126D7-2475-4361-8EC9-A7BF1D5DCCD7}" dt="2023-02-16T05:28:43.292" v="393" actId="20577"/>
          <ac:spMkLst>
            <pc:docMk/>
            <pc:sldMk cId="3604047268" sldId="266"/>
            <ac:spMk id="5" creationId="{0387EFFB-9241-C067-42EE-C280FE47AEB7}"/>
          </ac:spMkLst>
        </pc:spChg>
        <pc:picChg chg="add mod">
          <ac:chgData name="KATHYAYINI PASUNURI" userId="f974301c79179309" providerId="LiveId" clId="{97C126D7-2475-4361-8EC9-A7BF1D5DCCD7}" dt="2023-02-16T05:26:01.068" v="271" actId="1076"/>
          <ac:picMkLst>
            <pc:docMk/>
            <pc:sldMk cId="3604047268" sldId="266"/>
            <ac:picMk id="6" creationId="{FE9749FB-CFCE-2AEE-8B7E-8CE08ED7514D}"/>
          </ac:picMkLst>
        </pc:picChg>
      </pc:sldChg>
      <pc:sldChg chg="addSp delSp modSp add mod">
        <pc:chgData name="KATHYAYINI PASUNURI" userId="f974301c79179309" providerId="LiveId" clId="{97C126D7-2475-4361-8EC9-A7BF1D5DCCD7}" dt="2023-02-16T05:27:34.976" v="298" actId="26606"/>
        <pc:sldMkLst>
          <pc:docMk/>
          <pc:sldMk cId="2750767448" sldId="267"/>
        </pc:sldMkLst>
        <pc:spChg chg="mod">
          <ac:chgData name="KATHYAYINI PASUNURI" userId="f974301c79179309" providerId="LiveId" clId="{97C126D7-2475-4361-8EC9-A7BF1D5DCCD7}" dt="2023-02-16T05:27:34.976" v="298" actId="26606"/>
          <ac:spMkLst>
            <pc:docMk/>
            <pc:sldMk cId="2750767448" sldId="267"/>
            <ac:spMk id="2" creationId="{FFBDDD46-CBF2-5359-3E9C-CE92D7091160}"/>
          </ac:spMkLst>
        </pc:spChg>
        <pc:spChg chg="del mod">
          <ac:chgData name="KATHYAYINI PASUNURI" userId="f974301c79179309" providerId="LiveId" clId="{97C126D7-2475-4361-8EC9-A7BF1D5DCCD7}" dt="2023-02-16T05:26:35.713" v="284"/>
          <ac:spMkLst>
            <pc:docMk/>
            <pc:sldMk cId="2750767448" sldId="267"/>
            <ac:spMk id="5" creationId="{0387EFFB-9241-C067-42EE-C280FE47AEB7}"/>
          </ac:spMkLst>
        </pc:spChg>
        <pc:spChg chg="mod">
          <ac:chgData name="KATHYAYINI PASUNURI" userId="f974301c79179309" providerId="LiveId" clId="{97C126D7-2475-4361-8EC9-A7BF1D5DCCD7}" dt="2023-02-16T05:27:34.976" v="298" actId="26606"/>
          <ac:spMkLst>
            <pc:docMk/>
            <pc:sldMk cId="2750767448" sldId="267"/>
            <ac:spMk id="25" creationId="{965FB07A-96F4-F689-3FA9-3B9CF8264372}"/>
          </ac:spMkLst>
        </pc:spChg>
        <pc:spChg chg="add del">
          <ac:chgData name="KATHYAYINI PASUNURI" userId="f974301c79179309" providerId="LiveId" clId="{97C126D7-2475-4361-8EC9-A7BF1D5DCCD7}" dt="2023-02-16T05:27:34.976" v="298" actId="26606"/>
          <ac:spMkLst>
            <pc:docMk/>
            <pc:sldMk cId="2750767448" sldId="267"/>
            <ac:spMk id="1052" creationId="{9D25F302-27C5-414F-97F8-6EA0A6C028BA}"/>
          </ac:spMkLst>
        </pc:spChg>
        <pc:spChg chg="add del">
          <ac:chgData name="KATHYAYINI PASUNURI" userId="f974301c79179309" providerId="LiveId" clId="{97C126D7-2475-4361-8EC9-A7BF1D5DCCD7}" dt="2023-02-16T05:27:34.976" v="298" actId="26606"/>
          <ac:spMkLst>
            <pc:docMk/>
            <pc:sldMk cId="2750767448" sldId="267"/>
            <ac:spMk id="1054" creationId="{830A36F8-48C2-4842-A87B-8CE8DF4E7FD2}"/>
          </ac:spMkLst>
        </pc:spChg>
        <pc:spChg chg="add del">
          <ac:chgData name="KATHYAYINI PASUNURI" userId="f974301c79179309" providerId="LiveId" clId="{97C126D7-2475-4361-8EC9-A7BF1D5DCCD7}" dt="2023-02-16T05:27:34.976" v="298" actId="26606"/>
          <ac:spMkLst>
            <pc:docMk/>
            <pc:sldMk cId="2750767448" sldId="267"/>
            <ac:spMk id="1056" creationId="{8F451A30-466B-4996-9BA5-CD6ABCC6D558}"/>
          </ac:spMkLst>
        </pc:spChg>
        <pc:spChg chg="add del">
          <ac:chgData name="KATHYAYINI PASUNURI" userId="f974301c79179309" providerId="LiveId" clId="{97C126D7-2475-4361-8EC9-A7BF1D5DCCD7}" dt="2023-02-16T05:27:34.976" v="298" actId="26606"/>
          <ac:spMkLst>
            <pc:docMk/>
            <pc:sldMk cId="2750767448" sldId="267"/>
            <ac:spMk id="1061" creationId="{99F1FFA9-D672-408C-9220-ADEEC6ABDD09}"/>
          </ac:spMkLst>
        </pc:spChg>
        <pc:picChg chg="add mod">
          <ac:chgData name="KATHYAYINI PASUNURI" userId="f974301c79179309" providerId="LiveId" clId="{97C126D7-2475-4361-8EC9-A7BF1D5DCCD7}" dt="2023-02-16T05:27:34.976" v="298" actId="26606"/>
          <ac:picMkLst>
            <pc:docMk/>
            <pc:sldMk cId="2750767448" sldId="267"/>
            <ac:picMk id="3" creationId="{5B7B0A8D-7E5A-6852-F741-11AC1E08A614}"/>
          </ac:picMkLst>
        </pc:picChg>
        <pc:picChg chg="add mod">
          <ac:chgData name="KATHYAYINI PASUNURI" userId="f974301c79179309" providerId="LiveId" clId="{97C126D7-2475-4361-8EC9-A7BF1D5DCCD7}" dt="2023-02-16T05:27:34.976" v="298" actId="26606"/>
          <ac:picMkLst>
            <pc:docMk/>
            <pc:sldMk cId="2750767448" sldId="267"/>
            <ac:picMk id="4" creationId="{DB6F24E1-8D82-2734-4CA6-C00CD0B07CDC}"/>
          </ac:picMkLst>
        </pc:picChg>
        <pc:picChg chg="del">
          <ac:chgData name="KATHYAYINI PASUNURI" userId="f974301c79179309" providerId="LiveId" clId="{97C126D7-2475-4361-8EC9-A7BF1D5DCCD7}" dt="2023-02-16T05:26:35.713" v="282" actId="478"/>
          <ac:picMkLst>
            <pc:docMk/>
            <pc:sldMk cId="2750767448" sldId="267"/>
            <ac:picMk id="6" creationId="{FE9749FB-CFCE-2AEE-8B7E-8CE08ED7514D}"/>
          </ac:picMkLst>
        </pc:picChg>
      </pc:sldChg>
      <pc:sldChg chg="addSp delSp modSp add mod">
        <pc:chgData name="KATHYAYINI PASUNURI" userId="f974301c79179309" providerId="LiveId" clId="{97C126D7-2475-4361-8EC9-A7BF1D5DCCD7}" dt="2023-02-16T05:41:29.587" v="730" actId="20577"/>
        <pc:sldMkLst>
          <pc:docMk/>
          <pc:sldMk cId="1642208226" sldId="268"/>
        </pc:sldMkLst>
        <pc:spChg chg="mod">
          <ac:chgData name="KATHYAYINI PASUNURI" userId="f974301c79179309" providerId="LiveId" clId="{97C126D7-2475-4361-8EC9-A7BF1D5DCCD7}" dt="2023-02-16T05:41:29.587" v="730" actId="20577"/>
          <ac:spMkLst>
            <pc:docMk/>
            <pc:sldMk cId="1642208226" sldId="268"/>
            <ac:spMk id="2" creationId="{FFBDDD46-CBF2-5359-3E9C-CE92D7091160}"/>
          </ac:spMkLst>
        </pc:spChg>
        <pc:spChg chg="add mod">
          <ac:chgData name="KATHYAYINI PASUNURI" userId="f974301c79179309" providerId="LiveId" clId="{97C126D7-2475-4361-8EC9-A7BF1D5DCCD7}" dt="2023-02-16T05:29:04.914" v="397" actId="255"/>
          <ac:spMkLst>
            <pc:docMk/>
            <pc:sldMk cId="1642208226" sldId="268"/>
            <ac:spMk id="6" creationId="{6D23CCA0-3C0A-BFCA-1EB8-B47A76D377C4}"/>
          </ac:spMkLst>
        </pc:spChg>
        <pc:picChg chg="del">
          <ac:chgData name="KATHYAYINI PASUNURI" userId="f974301c79179309" providerId="LiveId" clId="{97C126D7-2475-4361-8EC9-A7BF1D5DCCD7}" dt="2023-02-16T05:27:50.226" v="300" actId="478"/>
          <ac:picMkLst>
            <pc:docMk/>
            <pc:sldMk cId="1642208226" sldId="268"/>
            <ac:picMk id="3" creationId="{5B7B0A8D-7E5A-6852-F741-11AC1E08A614}"/>
          </ac:picMkLst>
        </pc:picChg>
        <pc:picChg chg="del">
          <ac:chgData name="KATHYAYINI PASUNURI" userId="f974301c79179309" providerId="LiveId" clId="{97C126D7-2475-4361-8EC9-A7BF1D5DCCD7}" dt="2023-02-16T05:27:51.124" v="301" actId="478"/>
          <ac:picMkLst>
            <pc:docMk/>
            <pc:sldMk cId="1642208226" sldId="268"/>
            <ac:picMk id="4" creationId="{DB6F24E1-8D82-2734-4CA6-C00CD0B07CDC}"/>
          </ac:picMkLst>
        </pc:picChg>
        <pc:picChg chg="add mod">
          <ac:chgData name="KATHYAYINI PASUNURI" userId="f974301c79179309" providerId="LiveId" clId="{97C126D7-2475-4361-8EC9-A7BF1D5DCCD7}" dt="2023-02-16T05:27:57.676" v="303"/>
          <ac:picMkLst>
            <pc:docMk/>
            <pc:sldMk cId="1642208226" sldId="268"/>
            <ac:picMk id="5" creationId="{6EDB52F0-DC4E-803C-7EAD-207DD5E5FBA0}"/>
          </ac:picMkLst>
        </pc:picChg>
        <pc:picChg chg="add mod">
          <ac:chgData name="KATHYAYINI PASUNURI" userId="f974301c79179309" providerId="LiveId" clId="{97C126D7-2475-4361-8EC9-A7BF1D5DCCD7}" dt="2023-02-16T05:38:02.400" v="399" actId="1076"/>
          <ac:picMkLst>
            <pc:docMk/>
            <pc:sldMk cId="1642208226" sldId="268"/>
            <ac:picMk id="7" creationId="{B1CBFE48-D251-3639-8F36-4736F58ECD41}"/>
          </ac:picMkLst>
        </pc:picChg>
      </pc:sldChg>
      <pc:sldChg chg="addSp delSp modSp add mod">
        <pc:chgData name="KATHYAYINI PASUNURI" userId="f974301c79179309" providerId="LiveId" clId="{97C126D7-2475-4361-8EC9-A7BF1D5DCCD7}" dt="2023-02-16T05:41:36.562" v="740" actId="20577"/>
        <pc:sldMkLst>
          <pc:docMk/>
          <pc:sldMk cId="4161150766" sldId="269"/>
        </pc:sldMkLst>
        <pc:spChg chg="mod">
          <ac:chgData name="KATHYAYINI PASUNURI" userId="f974301c79179309" providerId="LiveId" clId="{97C126D7-2475-4361-8EC9-A7BF1D5DCCD7}" dt="2023-02-16T05:41:36.562" v="740" actId="20577"/>
          <ac:spMkLst>
            <pc:docMk/>
            <pc:sldMk cId="4161150766" sldId="269"/>
            <ac:spMk id="2" creationId="{FFBDDD46-CBF2-5359-3E9C-CE92D7091160}"/>
          </ac:spMkLst>
        </pc:spChg>
        <pc:spChg chg="mod">
          <ac:chgData name="KATHYAYINI PASUNURI" userId="f974301c79179309" providerId="LiveId" clId="{97C126D7-2475-4361-8EC9-A7BF1D5DCCD7}" dt="2023-02-16T05:38:40.364" v="495" actId="20577"/>
          <ac:spMkLst>
            <pc:docMk/>
            <pc:sldMk cId="4161150766" sldId="269"/>
            <ac:spMk id="6" creationId="{6D23CCA0-3C0A-BFCA-1EB8-B47A76D377C4}"/>
          </ac:spMkLst>
        </pc:spChg>
        <pc:picChg chg="add mod">
          <ac:chgData name="KATHYAYINI PASUNURI" userId="f974301c79179309" providerId="LiveId" clId="{97C126D7-2475-4361-8EC9-A7BF1D5DCCD7}" dt="2023-02-16T05:39:02.907" v="502" actId="1076"/>
          <ac:picMkLst>
            <pc:docMk/>
            <pc:sldMk cId="4161150766" sldId="269"/>
            <ac:picMk id="3" creationId="{649E4BB4-AD9B-FEC7-3E82-60B47F499B37}"/>
          </ac:picMkLst>
        </pc:picChg>
        <pc:picChg chg="add mod">
          <ac:chgData name="KATHYAYINI PASUNURI" userId="f974301c79179309" providerId="LiveId" clId="{97C126D7-2475-4361-8EC9-A7BF1D5DCCD7}" dt="2023-02-16T05:39:17.273" v="506" actId="1076"/>
          <ac:picMkLst>
            <pc:docMk/>
            <pc:sldMk cId="4161150766" sldId="269"/>
            <ac:picMk id="4" creationId="{71DF7A45-DBAC-540C-41D9-84B66E939489}"/>
          </ac:picMkLst>
        </pc:picChg>
        <pc:picChg chg="del">
          <ac:chgData name="KATHYAYINI PASUNURI" userId="f974301c79179309" providerId="LiveId" clId="{97C126D7-2475-4361-8EC9-A7BF1D5DCCD7}" dt="2023-02-16T05:38:52.573" v="496" actId="478"/>
          <ac:picMkLst>
            <pc:docMk/>
            <pc:sldMk cId="4161150766" sldId="269"/>
            <ac:picMk id="7" creationId="{B1CBFE48-D251-3639-8F36-4736F58ECD41}"/>
          </ac:picMkLst>
        </pc:picChg>
      </pc:sldChg>
      <pc:sldChg chg="addSp delSp modSp add mod">
        <pc:chgData name="KATHYAYINI PASUNURI" userId="f974301c79179309" providerId="LiveId" clId="{97C126D7-2475-4361-8EC9-A7BF1D5DCCD7}" dt="2023-02-16T05:41:44.371" v="750" actId="20577"/>
        <pc:sldMkLst>
          <pc:docMk/>
          <pc:sldMk cId="1871810804" sldId="270"/>
        </pc:sldMkLst>
        <pc:spChg chg="mod">
          <ac:chgData name="KATHYAYINI PASUNURI" userId="f974301c79179309" providerId="LiveId" clId="{97C126D7-2475-4361-8EC9-A7BF1D5DCCD7}" dt="2023-02-16T05:41:44.371" v="750" actId="20577"/>
          <ac:spMkLst>
            <pc:docMk/>
            <pc:sldMk cId="1871810804" sldId="270"/>
            <ac:spMk id="2" creationId="{FFBDDD46-CBF2-5359-3E9C-CE92D7091160}"/>
          </ac:spMkLst>
        </pc:spChg>
        <pc:spChg chg="mod">
          <ac:chgData name="KATHYAYINI PASUNURI" userId="f974301c79179309" providerId="LiveId" clId="{97C126D7-2475-4361-8EC9-A7BF1D5DCCD7}" dt="2023-02-16T05:40:01.902" v="615" actId="20577"/>
          <ac:spMkLst>
            <pc:docMk/>
            <pc:sldMk cId="1871810804" sldId="270"/>
            <ac:spMk id="6" creationId="{6D23CCA0-3C0A-BFCA-1EB8-B47A76D377C4}"/>
          </ac:spMkLst>
        </pc:spChg>
        <pc:picChg chg="del">
          <ac:chgData name="KATHYAYINI PASUNURI" userId="f974301c79179309" providerId="LiveId" clId="{97C126D7-2475-4361-8EC9-A7BF1D5DCCD7}" dt="2023-02-16T05:39:24.773" v="508" actId="478"/>
          <ac:picMkLst>
            <pc:docMk/>
            <pc:sldMk cId="1871810804" sldId="270"/>
            <ac:picMk id="3" creationId="{649E4BB4-AD9B-FEC7-3E82-60B47F499B37}"/>
          </ac:picMkLst>
        </pc:picChg>
        <pc:picChg chg="del">
          <ac:chgData name="KATHYAYINI PASUNURI" userId="f974301c79179309" providerId="LiveId" clId="{97C126D7-2475-4361-8EC9-A7BF1D5DCCD7}" dt="2023-02-16T05:39:25.655" v="509" actId="478"/>
          <ac:picMkLst>
            <pc:docMk/>
            <pc:sldMk cId="1871810804" sldId="270"/>
            <ac:picMk id="4" creationId="{71DF7A45-DBAC-540C-41D9-84B66E939489}"/>
          </ac:picMkLst>
        </pc:picChg>
        <pc:picChg chg="add mod">
          <ac:chgData name="KATHYAYINI PASUNURI" userId="f974301c79179309" providerId="LiveId" clId="{97C126D7-2475-4361-8EC9-A7BF1D5DCCD7}" dt="2023-02-16T05:40:13.901" v="617" actId="1076"/>
          <ac:picMkLst>
            <pc:docMk/>
            <pc:sldMk cId="1871810804" sldId="270"/>
            <ac:picMk id="5" creationId="{F57CBC2F-C849-8329-694C-C7239DA110F3}"/>
          </ac:picMkLst>
        </pc:picChg>
      </pc:sldChg>
      <pc:sldChg chg="addSp delSp modSp add mod">
        <pc:chgData name="KATHYAYINI PASUNURI" userId="f974301c79179309" providerId="LiveId" clId="{97C126D7-2475-4361-8EC9-A7BF1D5DCCD7}" dt="2023-02-16T05:40:58.537" v="705" actId="1076"/>
        <pc:sldMkLst>
          <pc:docMk/>
          <pc:sldMk cId="1732183007" sldId="271"/>
        </pc:sldMkLst>
        <pc:spChg chg="mod">
          <ac:chgData name="KATHYAYINI PASUNURI" userId="f974301c79179309" providerId="LiveId" clId="{97C126D7-2475-4361-8EC9-A7BF1D5DCCD7}" dt="2023-02-16T05:40:46.248" v="702" actId="20577"/>
          <ac:spMkLst>
            <pc:docMk/>
            <pc:sldMk cId="1732183007" sldId="271"/>
            <ac:spMk id="6" creationId="{6D23CCA0-3C0A-BFCA-1EB8-B47A76D377C4}"/>
          </ac:spMkLst>
        </pc:spChg>
        <pc:picChg chg="add mod">
          <ac:chgData name="KATHYAYINI PASUNURI" userId="f974301c79179309" providerId="LiveId" clId="{97C126D7-2475-4361-8EC9-A7BF1D5DCCD7}" dt="2023-02-16T05:40:58.537" v="705" actId="1076"/>
          <ac:picMkLst>
            <pc:docMk/>
            <pc:sldMk cId="1732183007" sldId="271"/>
            <ac:picMk id="3" creationId="{30566AB7-0A43-2FED-BCB4-345479024A7C}"/>
          </ac:picMkLst>
        </pc:picChg>
        <pc:picChg chg="del">
          <ac:chgData name="KATHYAYINI PASUNURI" userId="f974301c79179309" providerId="LiveId" clId="{97C126D7-2475-4361-8EC9-A7BF1D5DCCD7}" dt="2023-02-16T05:40:55.293" v="703" actId="478"/>
          <ac:picMkLst>
            <pc:docMk/>
            <pc:sldMk cId="1732183007" sldId="271"/>
            <ac:picMk id="5" creationId="{F57CBC2F-C849-8329-694C-C7239DA110F3}"/>
          </ac:picMkLst>
        </pc:picChg>
      </pc:sldChg>
      <pc:sldChg chg="modSp add mod">
        <pc:chgData name="KATHYAYINI PASUNURI" userId="f974301c79179309" providerId="LiveId" clId="{97C126D7-2475-4361-8EC9-A7BF1D5DCCD7}" dt="2023-02-16T05:41:52.275" v="762" actId="20577"/>
        <pc:sldMkLst>
          <pc:docMk/>
          <pc:sldMk cId="2631662399" sldId="272"/>
        </pc:sldMkLst>
        <pc:spChg chg="mod">
          <ac:chgData name="KATHYAYINI PASUNURI" userId="f974301c79179309" providerId="LiveId" clId="{97C126D7-2475-4361-8EC9-A7BF1D5DCCD7}" dt="2023-02-16T05:41:52.275" v="762" actId="20577"/>
          <ac:spMkLst>
            <pc:docMk/>
            <pc:sldMk cId="2631662399" sldId="272"/>
            <ac:spMk id="2" creationId="{FFBDDD46-CBF2-5359-3E9C-CE92D7091160}"/>
          </ac:spMkLst>
        </pc:spChg>
      </pc:sldChg>
      <pc:sldChg chg="delSp modSp add mod">
        <pc:chgData name="KATHYAYINI PASUNURI" userId="f974301c79179309" providerId="LiveId" clId="{97C126D7-2475-4361-8EC9-A7BF1D5DCCD7}" dt="2023-02-16T06:20:57.955" v="1401" actId="313"/>
        <pc:sldMkLst>
          <pc:docMk/>
          <pc:sldMk cId="2882999360" sldId="273"/>
        </pc:sldMkLst>
        <pc:spChg chg="mod">
          <ac:chgData name="KATHYAYINI PASUNURI" userId="f974301c79179309" providerId="LiveId" clId="{97C126D7-2475-4361-8EC9-A7BF1D5DCCD7}" dt="2023-02-16T05:42:04.780" v="774" actId="20577"/>
          <ac:spMkLst>
            <pc:docMk/>
            <pc:sldMk cId="2882999360" sldId="273"/>
            <ac:spMk id="2" creationId="{FFBDDD46-CBF2-5359-3E9C-CE92D7091160}"/>
          </ac:spMkLst>
        </pc:spChg>
        <pc:spChg chg="mod">
          <ac:chgData name="KATHYAYINI PASUNURI" userId="f974301c79179309" providerId="LiveId" clId="{97C126D7-2475-4361-8EC9-A7BF1D5DCCD7}" dt="2023-02-16T06:20:57.955" v="1401" actId="313"/>
          <ac:spMkLst>
            <pc:docMk/>
            <pc:sldMk cId="2882999360" sldId="273"/>
            <ac:spMk id="6" creationId="{6D23CCA0-3C0A-BFCA-1EB8-B47A76D377C4}"/>
          </ac:spMkLst>
        </pc:spChg>
        <pc:picChg chg="del">
          <ac:chgData name="KATHYAYINI PASUNURI" userId="f974301c79179309" providerId="LiveId" clId="{97C126D7-2475-4361-8EC9-A7BF1D5DCCD7}" dt="2023-02-16T05:41:59.150" v="764" actId="478"/>
          <ac:picMkLst>
            <pc:docMk/>
            <pc:sldMk cId="2882999360" sldId="273"/>
            <ac:picMk id="3" creationId="{30566AB7-0A43-2FED-BCB4-345479024A7C}"/>
          </ac:picMkLst>
        </pc:picChg>
      </pc:sldChg>
      <pc:sldChg chg="modSp add mod">
        <pc:chgData name="KATHYAYINI PASUNURI" userId="f974301c79179309" providerId="LiveId" clId="{97C126D7-2475-4361-8EC9-A7BF1D5DCCD7}" dt="2023-02-16T06:27:35.604" v="1965" actId="113"/>
        <pc:sldMkLst>
          <pc:docMk/>
          <pc:sldMk cId="1021562721" sldId="274"/>
        </pc:sldMkLst>
        <pc:spChg chg="mod">
          <ac:chgData name="KATHYAYINI PASUNURI" userId="f974301c79179309" providerId="LiveId" clId="{97C126D7-2475-4361-8EC9-A7BF1D5DCCD7}" dt="2023-02-16T06:21:08.078" v="1414" actId="20577"/>
          <ac:spMkLst>
            <pc:docMk/>
            <pc:sldMk cId="1021562721" sldId="274"/>
            <ac:spMk id="2" creationId="{FFBDDD46-CBF2-5359-3E9C-CE92D7091160}"/>
          </ac:spMkLst>
        </pc:spChg>
        <pc:spChg chg="mod">
          <ac:chgData name="KATHYAYINI PASUNURI" userId="f974301c79179309" providerId="LiveId" clId="{97C126D7-2475-4361-8EC9-A7BF1D5DCCD7}" dt="2023-02-16T06:27:35.604" v="1965" actId="113"/>
          <ac:spMkLst>
            <pc:docMk/>
            <pc:sldMk cId="1021562721" sldId="274"/>
            <ac:spMk id="6" creationId="{6D23CCA0-3C0A-BFCA-1EB8-B47A76D377C4}"/>
          </ac:spMkLst>
        </pc:spChg>
      </pc:sldChg>
      <pc:sldChg chg="addSp delSp modSp add mod">
        <pc:chgData name="KATHYAYINI PASUNURI" userId="f974301c79179309" providerId="LiveId" clId="{97C126D7-2475-4361-8EC9-A7BF1D5DCCD7}" dt="2023-02-16T06:29:50.115" v="2022" actId="26606"/>
        <pc:sldMkLst>
          <pc:docMk/>
          <pc:sldMk cId="2301266249" sldId="275"/>
        </pc:sldMkLst>
        <pc:spChg chg="mod">
          <ac:chgData name="KATHYAYINI PASUNURI" userId="f974301c79179309" providerId="LiveId" clId="{97C126D7-2475-4361-8EC9-A7BF1D5DCCD7}" dt="2023-02-16T06:29:50.115" v="2022" actId="26606"/>
          <ac:spMkLst>
            <pc:docMk/>
            <pc:sldMk cId="2301266249" sldId="275"/>
            <ac:spMk id="2" creationId="{FFBDDD46-CBF2-5359-3E9C-CE92D7091160}"/>
          </ac:spMkLst>
        </pc:spChg>
        <pc:spChg chg="add del mod">
          <ac:chgData name="KATHYAYINI PASUNURI" userId="f974301c79179309" providerId="LiveId" clId="{97C126D7-2475-4361-8EC9-A7BF1D5DCCD7}" dt="2023-02-16T06:29:37.695" v="2010" actId="478"/>
          <ac:spMkLst>
            <pc:docMk/>
            <pc:sldMk cId="2301266249" sldId="275"/>
            <ac:spMk id="4" creationId="{24C67C51-7E38-0E99-DB5C-E6EF8823ACBF}"/>
          </ac:spMkLst>
        </pc:spChg>
        <pc:spChg chg="del mod">
          <ac:chgData name="KATHYAYINI PASUNURI" userId="f974301c79179309" providerId="LiveId" clId="{97C126D7-2475-4361-8EC9-A7BF1D5DCCD7}" dt="2023-02-16T06:28:37.898" v="1985"/>
          <ac:spMkLst>
            <pc:docMk/>
            <pc:sldMk cId="2301266249" sldId="275"/>
            <ac:spMk id="6" creationId="{6D23CCA0-3C0A-BFCA-1EB8-B47A76D377C4}"/>
          </ac:spMkLst>
        </pc:spChg>
        <pc:spChg chg="del mod">
          <ac:chgData name="KATHYAYINI PASUNURI" userId="f974301c79179309" providerId="LiveId" clId="{97C126D7-2475-4361-8EC9-A7BF1D5DCCD7}" dt="2023-02-16T06:29:27.837" v="1996" actId="478"/>
          <ac:spMkLst>
            <pc:docMk/>
            <pc:sldMk cId="2301266249" sldId="275"/>
            <ac:spMk id="25" creationId="{965FB07A-96F4-F689-3FA9-3B9CF8264372}"/>
          </ac:spMkLst>
        </pc:spChg>
        <pc:spChg chg="add del">
          <ac:chgData name="KATHYAYINI PASUNURI" userId="f974301c79179309" providerId="LiveId" clId="{97C126D7-2475-4361-8EC9-A7BF1D5DCCD7}" dt="2023-02-16T06:29:50.115" v="2022" actId="26606"/>
          <ac:spMkLst>
            <pc:docMk/>
            <pc:sldMk cId="2301266249" sldId="275"/>
            <ac:spMk id="1052" creationId="{9D25F302-27C5-414F-97F8-6EA0A6C028BA}"/>
          </ac:spMkLst>
        </pc:spChg>
        <pc:spChg chg="add del">
          <ac:chgData name="KATHYAYINI PASUNURI" userId="f974301c79179309" providerId="LiveId" clId="{97C126D7-2475-4361-8EC9-A7BF1D5DCCD7}" dt="2023-02-16T06:29:50.115" v="2022" actId="26606"/>
          <ac:spMkLst>
            <pc:docMk/>
            <pc:sldMk cId="2301266249" sldId="275"/>
            <ac:spMk id="1054" creationId="{830A36F8-48C2-4842-A87B-8CE8DF4E7FD2}"/>
          </ac:spMkLst>
        </pc:spChg>
        <pc:spChg chg="add del">
          <ac:chgData name="KATHYAYINI PASUNURI" userId="f974301c79179309" providerId="LiveId" clId="{97C126D7-2475-4361-8EC9-A7BF1D5DCCD7}" dt="2023-02-16T06:29:50.115" v="2022" actId="26606"/>
          <ac:spMkLst>
            <pc:docMk/>
            <pc:sldMk cId="2301266249" sldId="275"/>
            <ac:spMk id="1056" creationId="{8F451A30-466B-4996-9BA5-CD6ABCC6D558}"/>
          </ac:spMkLst>
        </pc:spChg>
        <pc:spChg chg="add">
          <ac:chgData name="KATHYAYINI PASUNURI" userId="f974301c79179309" providerId="LiveId" clId="{97C126D7-2475-4361-8EC9-A7BF1D5DCCD7}" dt="2023-02-16T06:29:50.115" v="2022" actId="26606"/>
          <ac:spMkLst>
            <pc:docMk/>
            <pc:sldMk cId="2301266249" sldId="275"/>
            <ac:spMk id="1061" creationId="{9C7E0A2C-7C0A-4AAC-B3B0-6C12B2EBAE05}"/>
          </ac:spMkLst>
        </pc:spChg>
        <pc:spChg chg="add del">
          <ac:chgData name="KATHYAYINI PASUNURI" userId="f974301c79179309" providerId="LiveId" clId="{97C126D7-2475-4361-8EC9-A7BF1D5DCCD7}" dt="2023-02-16T06:29:50.099" v="2021" actId="26606"/>
          <ac:spMkLst>
            <pc:docMk/>
            <pc:sldMk cId="2301266249" sldId="275"/>
            <ac:spMk id="1063" creationId="{B9D7E975-9161-4F2D-AC53-69E1912F6B5D}"/>
          </ac:spMkLst>
        </pc:spChg>
        <pc:spChg chg="add del">
          <ac:chgData name="KATHYAYINI PASUNURI" userId="f974301c79179309" providerId="LiveId" clId="{97C126D7-2475-4361-8EC9-A7BF1D5DCCD7}" dt="2023-02-16T06:29:50.099" v="2021" actId="26606"/>
          <ac:spMkLst>
            <pc:docMk/>
            <pc:sldMk cId="2301266249" sldId="275"/>
            <ac:spMk id="1065" creationId="{827DC2C4-B485-428A-BF4A-472D2967F47F}"/>
          </ac:spMkLst>
        </pc:spChg>
        <pc:spChg chg="add del">
          <ac:chgData name="KATHYAYINI PASUNURI" userId="f974301c79179309" providerId="LiveId" clId="{97C126D7-2475-4361-8EC9-A7BF1D5DCCD7}" dt="2023-02-16T06:29:50.099" v="2021" actId="26606"/>
          <ac:spMkLst>
            <pc:docMk/>
            <pc:sldMk cId="2301266249" sldId="275"/>
            <ac:spMk id="1067" creationId="{463E6235-1649-4B47-9862-4026FC473B6F}"/>
          </ac:spMkLst>
        </pc:spChg>
        <pc:spChg chg="add">
          <ac:chgData name="KATHYAYINI PASUNURI" userId="f974301c79179309" providerId="LiveId" clId="{97C126D7-2475-4361-8EC9-A7BF1D5DCCD7}" dt="2023-02-16T06:29:50.115" v="2022" actId="26606"/>
          <ac:spMkLst>
            <pc:docMk/>
            <pc:sldMk cId="2301266249" sldId="275"/>
            <ac:spMk id="1069" creationId="{5EB7D2A2-F448-44D4-938C-DC84CBCB3B1E}"/>
          </ac:spMkLst>
        </pc:spChg>
        <pc:spChg chg="add">
          <ac:chgData name="KATHYAYINI PASUNURI" userId="f974301c79179309" providerId="LiveId" clId="{97C126D7-2475-4361-8EC9-A7BF1D5DCCD7}" dt="2023-02-16T06:29:50.115" v="2022" actId="26606"/>
          <ac:spMkLst>
            <pc:docMk/>
            <pc:sldMk cId="2301266249" sldId="275"/>
            <ac:spMk id="1070" creationId="{871AEA07-1E14-44B4-8E55-64EF049CD66F}"/>
          </ac:spMkLst>
        </pc:spChg>
        <pc:picChg chg="add del">
          <ac:chgData name="KATHYAYINI PASUNURI" userId="f974301c79179309" providerId="LiveId" clId="{97C126D7-2475-4361-8EC9-A7BF1D5DCCD7}" dt="2023-02-16T06:29:50.099" v="2021" actId="26606"/>
          <ac:picMkLst>
            <pc:docMk/>
            <pc:sldMk cId="2301266249" sldId="275"/>
            <ac:picMk id="1060" creationId="{2BDE8D00-6EE8-5D31-E8B8-165E76D5509A}"/>
          </ac:picMkLst>
        </pc:picChg>
        <pc:cxnChg chg="add">
          <ac:chgData name="KATHYAYINI PASUNURI" userId="f974301c79179309" providerId="LiveId" clId="{97C126D7-2475-4361-8EC9-A7BF1D5DCCD7}" dt="2023-02-16T06:29:50.115" v="2022" actId="26606"/>
          <ac:cxnSpMkLst>
            <pc:docMk/>
            <pc:sldMk cId="2301266249" sldId="275"/>
            <ac:cxnSpMk id="1071" creationId="{F7C8EA93-3210-4C62-99E9-153C275E3A87}"/>
          </ac:cxnSpMkLst>
        </pc:cxnChg>
      </pc:sldChg>
      <pc:sldChg chg="addSp delSp modSp add mod ord">
        <pc:chgData name="KATHYAYINI PASUNURI" userId="f974301c79179309" providerId="LiveId" clId="{97C126D7-2475-4361-8EC9-A7BF1D5DCCD7}" dt="2023-02-16T06:29:20.008" v="1994"/>
        <pc:sldMkLst>
          <pc:docMk/>
          <pc:sldMk cId="4023500913" sldId="276"/>
        </pc:sldMkLst>
        <pc:spChg chg="mod">
          <ac:chgData name="KATHYAYINI PASUNURI" userId="f974301c79179309" providerId="LiveId" clId="{97C126D7-2475-4361-8EC9-A7BF1D5DCCD7}" dt="2023-02-16T06:29:01.065" v="1990" actId="26606"/>
          <ac:spMkLst>
            <pc:docMk/>
            <pc:sldMk cId="4023500913" sldId="276"/>
            <ac:spMk id="2" creationId="{FFBDDD46-CBF2-5359-3E9C-CE92D7091160}"/>
          </ac:spMkLst>
        </pc:spChg>
        <pc:spChg chg="mod">
          <ac:chgData name="KATHYAYINI PASUNURI" userId="f974301c79179309" providerId="LiveId" clId="{97C126D7-2475-4361-8EC9-A7BF1D5DCCD7}" dt="2023-02-16T06:29:13.582" v="1992" actId="255"/>
          <ac:spMkLst>
            <pc:docMk/>
            <pc:sldMk cId="4023500913" sldId="276"/>
            <ac:spMk id="25" creationId="{965FB07A-96F4-F689-3FA9-3B9CF8264372}"/>
          </ac:spMkLst>
        </pc:spChg>
        <pc:spChg chg="del">
          <ac:chgData name="KATHYAYINI PASUNURI" userId="f974301c79179309" providerId="LiveId" clId="{97C126D7-2475-4361-8EC9-A7BF1D5DCCD7}" dt="2023-02-16T06:29:01.065" v="1990" actId="26606"/>
          <ac:spMkLst>
            <pc:docMk/>
            <pc:sldMk cId="4023500913" sldId="276"/>
            <ac:spMk id="1052" creationId="{9D25F302-27C5-414F-97F8-6EA0A6C028BA}"/>
          </ac:spMkLst>
        </pc:spChg>
        <pc:spChg chg="del">
          <ac:chgData name="KATHYAYINI PASUNURI" userId="f974301c79179309" providerId="LiveId" clId="{97C126D7-2475-4361-8EC9-A7BF1D5DCCD7}" dt="2023-02-16T06:29:01.065" v="1990" actId="26606"/>
          <ac:spMkLst>
            <pc:docMk/>
            <pc:sldMk cId="4023500913" sldId="276"/>
            <ac:spMk id="1054" creationId="{830A36F8-48C2-4842-A87B-8CE8DF4E7FD2}"/>
          </ac:spMkLst>
        </pc:spChg>
        <pc:spChg chg="del">
          <ac:chgData name="KATHYAYINI PASUNURI" userId="f974301c79179309" providerId="LiveId" clId="{97C126D7-2475-4361-8EC9-A7BF1D5DCCD7}" dt="2023-02-16T06:29:01.065" v="1990" actId="26606"/>
          <ac:spMkLst>
            <pc:docMk/>
            <pc:sldMk cId="4023500913" sldId="276"/>
            <ac:spMk id="1056" creationId="{8F451A30-466B-4996-9BA5-CD6ABCC6D558}"/>
          </ac:spMkLst>
        </pc:spChg>
        <pc:spChg chg="add">
          <ac:chgData name="KATHYAYINI PASUNURI" userId="f974301c79179309" providerId="LiveId" clId="{97C126D7-2475-4361-8EC9-A7BF1D5DCCD7}" dt="2023-02-16T06:29:01.065" v="1990" actId="26606"/>
          <ac:spMkLst>
            <pc:docMk/>
            <pc:sldMk cId="4023500913" sldId="276"/>
            <ac:spMk id="1061" creationId="{081EA652-8C6A-4E69-BEB9-170809474553}"/>
          </ac:spMkLst>
        </pc:spChg>
        <pc:spChg chg="add">
          <ac:chgData name="KATHYAYINI PASUNURI" userId="f974301c79179309" providerId="LiveId" clId="{97C126D7-2475-4361-8EC9-A7BF1D5DCCD7}" dt="2023-02-16T06:29:01.065" v="1990" actId="26606"/>
          <ac:spMkLst>
            <pc:docMk/>
            <pc:sldMk cId="4023500913" sldId="276"/>
            <ac:spMk id="1063" creationId="{A4026A73-1F7F-49F2-B319-8CA3B3D53269}"/>
          </ac:spMkLst>
        </pc:spChg>
        <pc:spChg chg="add">
          <ac:chgData name="KATHYAYINI PASUNURI" userId="f974301c79179309" providerId="LiveId" clId="{97C126D7-2475-4361-8EC9-A7BF1D5DCCD7}" dt="2023-02-16T06:29:01.065" v="1990" actId="26606"/>
          <ac:spMkLst>
            <pc:docMk/>
            <pc:sldMk cId="4023500913" sldId="276"/>
            <ac:spMk id="1065" creationId="{5298780A-33B9-4EA2-8F67-DE68AD62841B}"/>
          </ac:spMkLst>
        </pc:spChg>
        <pc:spChg chg="add">
          <ac:chgData name="KATHYAYINI PASUNURI" userId="f974301c79179309" providerId="LiveId" clId="{97C126D7-2475-4361-8EC9-A7BF1D5DCCD7}" dt="2023-02-16T06:29:01.065" v="1990" actId="26606"/>
          <ac:spMkLst>
            <pc:docMk/>
            <pc:sldMk cId="4023500913" sldId="276"/>
            <ac:spMk id="1067" creationId="{7F488E8B-4E1E-4402-8935-D4E6C02615C7}"/>
          </ac:spMkLst>
        </pc:spChg>
        <pc:cxnChg chg="add">
          <ac:chgData name="KATHYAYINI PASUNURI" userId="f974301c79179309" providerId="LiveId" clId="{97C126D7-2475-4361-8EC9-A7BF1D5DCCD7}" dt="2023-02-16T06:29:01.065" v="1990" actId="26606"/>
          <ac:cxnSpMkLst>
            <pc:docMk/>
            <pc:sldMk cId="4023500913" sldId="276"/>
            <ac:cxnSpMk id="1069" creationId="{23AAC9B5-8015-485C-ACF9-A750390E9A56}"/>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E3275-151B-DC20-4C7E-2A206553D1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009BD9-5088-9D3F-C781-6B6A3D4E24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47BAB3-AFF6-90B6-34CF-F3E2974C9230}"/>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5" name="Footer Placeholder 4">
            <a:extLst>
              <a:ext uri="{FF2B5EF4-FFF2-40B4-BE49-F238E27FC236}">
                <a16:creationId xmlns:a16="http://schemas.microsoft.com/office/drawing/2014/main" id="{DF412E86-02C1-A5E3-A5CE-64C1091E63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EC0E3F-33CC-515E-F734-6A9CAEAC8CC0}"/>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1737124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04661-E2A5-522F-2956-9FCFC5D000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637814-C719-89D6-710C-7105F94852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E36187-2E2B-783C-484B-1C9940CF5622}"/>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5" name="Footer Placeholder 4">
            <a:extLst>
              <a:ext uri="{FF2B5EF4-FFF2-40B4-BE49-F238E27FC236}">
                <a16:creationId xmlns:a16="http://schemas.microsoft.com/office/drawing/2014/main" id="{3E083EEC-1C28-0A48-B8C7-193C61304D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0C8924-D376-EB7D-59AA-723E493096F3}"/>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1046917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B08C3-1B26-2BCE-D0C7-9E2290B247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1DEE55C-A3EB-EE56-D446-644334D664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D10D6D-4C44-FD99-62A1-CA328F2CCF15}"/>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5" name="Footer Placeholder 4">
            <a:extLst>
              <a:ext uri="{FF2B5EF4-FFF2-40B4-BE49-F238E27FC236}">
                <a16:creationId xmlns:a16="http://schemas.microsoft.com/office/drawing/2014/main" id="{AC34E371-D93D-052A-9D0F-6B506BD9DF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354F3C-E14B-1565-A861-D411E315C73D}"/>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1909268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B309E-FE78-61FB-2699-E1A61501B7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D53F69-8F9C-5A1B-5B45-CE8B30EEFE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73E032C-D58C-CD77-5EB5-67E36CA12C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17031E-FE2E-95BD-D649-67A13A70F597}"/>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6" name="Footer Placeholder 5">
            <a:extLst>
              <a:ext uri="{FF2B5EF4-FFF2-40B4-BE49-F238E27FC236}">
                <a16:creationId xmlns:a16="http://schemas.microsoft.com/office/drawing/2014/main" id="{461EAE25-8FC8-B8F4-E6DB-245FFF52CA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3588FF-72CC-115A-68F7-41733834BD11}"/>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2359327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2AD20-5089-1901-5239-E0B0078CA46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79809D-78E7-6718-CA18-9FADE6702D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C7DE33-8688-F27B-8897-FA4F40F0E8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70C379-523D-9227-43CE-2F40511545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A95393-A36E-9394-38F4-89DCA85984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AD5F8B-EFD5-01F2-2B7C-7CC76D9CD7D8}"/>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8" name="Footer Placeholder 7">
            <a:extLst>
              <a:ext uri="{FF2B5EF4-FFF2-40B4-BE49-F238E27FC236}">
                <a16:creationId xmlns:a16="http://schemas.microsoft.com/office/drawing/2014/main" id="{2BD4FBFB-89AA-37FB-7E61-DF17A3911AE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ED2EE37-5EAB-A616-E4DA-750723C25A04}"/>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34771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FB42E-CAB7-8804-D715-C27EFFDB7D4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7CE30F-7D90-5E93-5FBE-41FAAC6B6E8B}"/>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4" name="Footer Placeholder 3">
            <a:extLst>
              <a:ext uri="{FF2B5EF4-FFF2-40B4-BE49-F238E27FC236}">
                <a16:creationId xmlns:a16="http://schemas.microsoft.com/office/drawing/2014/main" id="{78A3E7AB-2CBF-BE98-B8A4-0E8317A21AD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D23C6A4-6B9B-99D3-50C2-6BBC6A6A5BB8}"/>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3393409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14FCFC-2F50-1453-855B-C36281F8820A}"/>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3" name="Footer Placeholder 2">
            <a:extLst>
              <a:ext uri="{FF2B5EF4-FFF2-40B4-BE49-F238E27FC236}">
                <a16:creationId xmlns:a16="http://schemas.microsoft.com/office/drawing/2014/main" id="{318152C8-0DF6-898A-A852-6F9ABACA60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5F9C555-230E-264F-BFEE-457E8B317973}"/>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2305081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7DF67-F97C-AD85-A63C-4E290557EC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F226C2-34F0-1755-9B3E-4987D962DE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A7D06C-4CAB-6337-EDC3-14A61758AB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D2302C-3790-EC27-A7FD-68612986AECC}"/>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6" name="Footer Placeholder 5">
            <a:extLst>
              <a:ext uri="{FF2B5EF4-FFF2-40B4-BE49-F238E27FC236}">
                <a16:creationId xmlns:a16="http://schemas.microsoft.com/office/drawing/2014/main" id="{ECE7948E-E1C6-0649-3D05-D66C43E709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C994FF-F9BC-9211-2739-182FCA4F50F5}"/>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239711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FBB4F-CB26-95A7-DFFC-ED37EC9AB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8B91A5-3289-27D8-430B-7BDB8AA890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BBBD9E8-1493-53AE-48BE-A7B072830F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8E3E40-6CEE-ED8D-296C-D1B1495E99B6}"/>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6" name="Footer Placeholder 5">
            <a:extLst>
              <a:ext uri="{FF2B5EF4-FFF2-40B4-BE49-F238E27FC236}">
                <a16:creationId xmlns:a16="http://schemas.microsoft.com/office/drawing/2014/main" id="{1D9BF8D9-1FB5-2B5E-77C8-88D8A43A03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F21C03-BCD9-5BC4-2BE1-473CBC5B85FD}"/>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2890971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912A3-DA71-FF2B-54B6-CDB80F5505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084F53-A9FF-B2B6-1D66-0946B0FFC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04A2F0-577E-08E1-753F-177C8F5EE94A}"/>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5" name="Footer Placeholder 4">
            <a:extLst>
              <a:ext uri="{FF2B5EF4-FFF2-40B4-BE49-F238E27FC236}">
                <a16:creationId xmlns:a16="http://schemas.microsoft.com/office/drawing/2014/main" id="{F1E26F83-A862-F7FF-B79D-DCB3EA1B20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8B7989-2A83-482C-4F52-5E06A6F94562}"/>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354424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031629-5D54-E0B4-612E-2000FF2ADE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785EE3-F196-56CE-D1F5-9BD7F66AC7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F49FC0-513E-7A50-C3D1-40799712FDAB}"/>
              </a:ext>
            </a:extLst>
          </p:cNvPr>
          <p:cNvSpPr>
            <a:spLocks noGrp="1"/>
          </p:cNvSpPr>
          <p:nvPr>
            <p:ph type="dt" sz="half" idx="10"/>
          </p:nvPr>
        </p:nvSpPr>
        <p:spPr/>
        <p:txBody>
          <a:bodyPr/>
          <a:lstStyle/>
          <a:p>
            <a:fld id="{824BEC5E-6456-4EB2-8B9B-7DC4AB8A8550}" type="datetimeFigureOut">
              <a:rPr lang="en-IN" smtClean="0"/>
              <a:t>21-02-2023</a:t>
            </a:fld>
            <a:endParaRPr lang="en-IN"/>
          </a:p>
        </p:txBody>
      </p:sp>
      <p:sp>
        <p:nvSpPr>
          <p:cNvPr id="5" name="Footer Placeholder 4">
            <a:extLst>
              <a:ext uri="{FF2B5EF4-FFF2-40B4-BE49-F238E27FC236}">
                <a16:creationId xmlns:a16="http://schemas.microsoft.com/office/drawing/2014/main" id="{21EF6875-6880-4660-189A-85EC633A0B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B77D62-D1B3-213B-105C-FF5DEB78EAE7}"/>
              </a:ext>
            </a:extLst>
          </p:cNvPr>
          <p:cNvSpPr>
            <a:spLocks noGrp="1"/>
          </p:cNvSpPr>
          <p:nvPr>
            <p:ph type="sldNum" sz="quarter" idx="12"/>
          </p:nvPr>
        </p:nvSpPr>
        <p:spPr/>
        <p:txBody>
          <a:bodyPr/>
          <a:lstStyle/>
          <a:p>
            <a:fld id="{7062844E-874F-4A3B-9AE4-54DC924CA703}" type="slidenum">
              <a:rPr lang="en-IN" smtClean="0"/>
              <a:t>‹#›</a:t>
            </a:fld>
            <a:endParaRPr lang="en-IN"/>
          </a:p>
        </p:txBody>
      </p:sp>
    </p:spTree>
    <p:extLst>
      <p:ext uri="{BB962C8B-B14F-4D97-AF65-F5344CB8AC3E}">
        <p14:creationId xmlns:p14="http://schemas.microsoft.com/office/powerpoint/2010/main" val="2631544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9FF2C9-A2E4-5A9D-2B0C-9EC02BB701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C24B29-C2EE-4DDD-25B7-AB1E512095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1C5323-DCE4-74DA-3F65-52F1BD6E91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4BEC5E-6456-4EB2-8B9B-7DC4AB8A8550}" type="datetimeFigureOut">
              <a:rPr lang="en-IN" smtClean="0"/>
              <a:t>21-02-2023</a:t>
            </a:fld>
            <a:endParaRPr lang="en-IN"/>
          </a:p>
        </p:txBody>
      </p:sp>
      <p:sp>
        <p:nvSpPr>
          <p:cNvPr id="5" name="Footer Placeholder 4">
            <a:extLst>
              <a:ext uri="{FF2B5EF4-FFF2-40B4-BE49-F238E27FC236}">
                <a16:creationId xmlns:a16="http://schemas.microsoft.com/office/drawing/2014/main" id="{415E735A-878F-A493-9E0F-746B113D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D65B862-39DE-40F0-7817-A7A1AA1A8D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62844E-874F-4A3B-9AE4-54DC924CA703}" type="slidenum">
              <a:rPr lang="en-IN" smtClean="0"/>
              <a:t>‹#›</a:t>
            </a:fld>
            <a:endParaRPr lang="en-IN"/>
          </a:p>
        </p:txBody>
      </p:sp>
    </p:spTree>
    <p:extLst>
      <p:ext uri="{BB962C8B-B14F-4D97-AF65-F5344CB8AC3E}">
        <p14:creationId xmlns:p14="http://schemas.microsoft.com/office/powerpoint/2010/main" val="198130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medium.com/@r.ratan/tweepy-textblob-and-sentiment-analysis-python-47cc613a4e51" TargetMode="External"/><Relationship Id="rId3" Type="http://schemas.openxmlformats.org/officeDocument/2006/relationships/hyperlink" Target="http://www.organdonor.gov/" TargetMode="External"/><Relationship Id="rId7" Type="http://schemas.openxmlformats.org/officeDocument/2006/relationships/hyperlink" Target="http://www.fontawesome.com/" TargetMode="External"/><Relationship Id="rId2" Type="http://schemas.openxmlformats.org/officeDocument/2006/relationships/hyperlink" Target="http://www.notto.nic.in/" TargetMode="External"/><Relationship Id="rId1" Type="http://schemas.openxmlformats.org/officeDocument/2006/relationships/slideLayout" Target="../slideLayouts/slideLayout2.xml"/><Relationship Id="rId6" Type="http://schemas.openxmlformats.org/officeDocument/2006/relationships/hyperlink" Target="http://www.getbootstrap.com/" TargetMode="External"/><Relationship Id="rId5" Type="http://schemas.openxmlformats.org/officeDocument/2006/relationships/hyperlink" Target="http://www.mohanfoundation.org/" TargetMode="External"/><Relationship Id="rId4" Type="http://schemas.openxmlformats.org/officeDocument/2006/relationships/hyperlink" Target="http://www.organindia.or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CB99A59-54A3-7495-F4F8-A947F6E90380}"/>
              </a:ext>
            </a:extLst>
          </p:cNvPr>
          <p:cNvPicPr>
            <a:picLocks noChangeAspect="1"/>
          </p:cNvPicPr>
          <p:nvPr/>
        </p:nvPicPr>
        <p:blipFill>
          <a:blip r:embed="rId2"/>
          <a:stretch/>
        </p:blipFill>
        <p:spPr>
          <a:xfrm>
            <a:off x="2127503" y="623275"/>
            <a:ext cx="7287417" cy="1220642"/>
          </a:xfrm>
          <a:prstGeom prst="rect">
            <a:avLst/>
          </a:prstGeom>
        </p:spPr>
      </p:pic>
      <p:sp>
        <p:nvSpPr>
          <p:cNvPr id="27" name="Right Triangle 2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F19244-B548-985D-9120-FA77DECA279F}"/>
              </a:ext>
            </a:extLst>
          </p:cNvPr>
          <p:cNvSpPr>
            <a:spLocks noGrp="1"/>
          </p:cNvSpPr>
          <p:nvPr>
            <p:ph type="ctrTitle"/>
          </p:nvPr>
        </p:nvSpPr>
        <p:spPr>
          <a:xfrm>
            <a:off x="1289304" y="3429000"/>
            <a:ext cx="8921672" cy="1713305"/>
          </a:xfrm>
        </p:spPr>
        <p:txBody>
          <a:bodyPr anchor="b">
            <a:normAutofit fontScale="90000"/>
          </a:bodyPr>
          <a:lstStyle/>
          <a:p>
            <a:r>
              <a:rPr lang="en-IN" sz="3600" u="sng" dirty="0">
                <a:latin typeface="Calibri" panose="020F0502020204030204" pitchFamily="34" charset="0"/>
                <a:cs typeface="Calibri" panose="020F0502020204030204" pitchFamily="34" charset="0"/>
              </a:rPr>
              <a:t>Mini Project-1</a:t>
            </a:r>
            <a:br>
              <a:rPr lang="en-IN" sz="2000" u="sng" dirty="0">
                <a:latin typeface="Calibri" panose="020F0502020204030204" pitchFamily="34" charset="0"/>
                <a:cs typeface="Calibri" panose="020F0502020204030204" pitchFamily="34" charset="0"/>
              </a:rPr>
            </a:br>
            <a:br>
              <a:rPr lang="en-IN" sz="2000" b="1" dirty="0">
                <a:latin typeface="Century Gothic" panose="020B0502020202020204" pitchFamily="34" charset="0"/>
              </a:rPr>
            </a:br>
            <a:r>
              <a:rPr lang="en-IN" b="1" dirty="0">
                <a:latin typeface="Calibri" panose="020F0502020204030204" pitchFamily="34" charset="0"/>
                <a:cs typeface="Calibri" panose="020F0502020204030204" pitchFamily="34" charset="0"/>
              </a:rPr>
              <a:t>ORGAN DONATION SYSTEM</a:t>
            </a:r>
            <a:br>
              <a:rPr lang="en-IN" sz="2000" b="1" dirty="0">
                <a:latin typeface="Century Gothic" panose="020B0502020202020204" pitchFamily="34" charset="0"/>
              </a:rPr>
            </a:br>
            <a:br>
              <a:rPr lang="en-IN" sz="2000" b="1" dirty="0">
                <a:latin typeface="Century Gothic" panose="020B0502020202020204" pitchFamily="34" charset="0"/>
              </a:rPr>
            </a:br>
            <a:r>
              <a:rPr lang="en-IN" sz="2700" dirty="0">
                <a:latin typeface="Calibri" panose="020F0502020204030204" pitchFamily="34" charset="0"/>
                <a:cs typeface="Calibri" panose="020F0502020204030204" pitchFamily="34" charset="0"/>
              </a:rPr>
              <a:t>Department of Information Technology</a:t>
            </a:r>
            <a:br>
              <a:rPr lang="en-IN" sz="2700" dirty="0">
                <a:latin typeface="Calibri" panose="020F0502020204030204" pitchFamily="34" charset="0"/>
                <a:cs typeface="Calibri" panose="020F0502020204030204" pitchFamily="34" charset="0"/>
              </a:rPr>
            </a:br>
            <a:r>
              <a:rPr lang="en-IN" sz="2700" dirty="0">
                <a:latin typeface="Calibri" panose="020F0502020204030204" pitchFamily="34" charset="0"/>
                <a:cs typeface="Calibri" panose="020F0502020204030204" pitchFamily="34" charset="0"/>
              </a:rPr>
              <a:t>B.E. III SEM- AI&amp;DS</a:t>
            </a:r>
          </a:p>
        </p:txBody>
      </p:sp>
      <p:sp>
        <p:nvSpPr>
          <p:cNvPr id="3" name="Subtitle 2">
            <a:extLst>
              <a:ext uri="{FF2B5EF4-FFF2-40B4-BE49-F238E27FC236}">
                <a16:creationId xmlns:a16="http://schemas.microsoft.com/office/drawing/2014/main" id="{74015ABE-5D3F-1C9B-62F0-CD383154DF5D}"/>
              </a:ext>
            </a:extLst>
          </p:cNvPr>
          <p:cNvSpPr>
            <a:spLocks noGrp="1"/>
          </p:cNvSpPr>
          <p:nvPr>
            <p:ph type="subTitle" idx="1"/>
          </p:nvPr>
        </p:nvSpPr>
        <p:spPr>
          <a:xfrm>
            <a:off x="1289303" y="5142305"/>
            <a:ext cx="7321298" cy="753165"/>
          </a:xfrm>
        </p:spPr>
        <p:txBody>
          <a:bodyPr anchor="t">
            <a:normAutofit/>
          </a:bodyPr>
          <a:lstStyle/>
          <a:p>
            <a:pPr algn="l"/>
            <a:endParaRPr lang="en-IN" sz="1900" dirty="0"/>
          </a:p>
          <a:p>
            <a:pPr algn="l"/>
            <a:r>
              <a:rPr lang="en-IN" sz="1900" dirty="0" err="1">
                <a:latin typeface="Calibri" panose="020F0502020204030204" pitchFamily="34" charset="0"/>
                <a:cs typeface="Calibri" panose="020F0502020204030204" pitchFamily="34" charset="0"/>
              </a:rPr>
              <a:t>Pasunuri</a:t>
            </a:r>
            <a:r>
              <a:rPr lang="en-IN" sz="1900" dirty="0">
                <a:latin typeface="Calibri" panose="020F0502020204030204" pitchFamily="34" charset="0"/>
                <a:cs typeface="Calibri" panose="020F0502020204030204" pitchFamily="34" charset="0"/>
              </a:rPr>
              <a:t> Kathyayini - 160121771088</a:t>
            </a:r>
          </a:p>
        </p:txBody>
      </p:sp>
    </p:spTree>
    <p:extLst>
      <p:ext uri="{BB962C8B-B14F-4D97-AF65-F5344CB8AC3E}">
        <p14:creationId xmlns:p14="http://schemas.microsoft.com/office/powerpoint/2010/main" val="3399484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0B777DF-F6A2-4D53-B6F0-D9700609E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75" y="625059"/>
            <a:ext cx="5452525" cy="5607882"/>
          </a:xfrm>
          <a:prstGeom prst="rect">
            <a:avLst/>
          </a:pr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38201F-C172-4459-D9E5-592439BFDE9F}"/>
              </a:ext>
            </a:extLst>
          </p:cNvPr>
          <p:cNvSpPr>
            <a:spLocks noGrp="1"/>
          </p:cNvSpPr>
          <p:nvPr>
            <p:ph type="title"/>
          </p:nvPr>
        </p:nvSpPr>
        <p:spPr>
          <a:xfrm>
            <a:off x="1006900" y="1188637"/>
            <a:ext cx="4623363" cy="4480726"/>
          </a:xfrm>
        </p:spPr>
        <p:txBody>
          <a:bodyPr>
            <a:normAutofit/>
          </a:bodyPr>
          <a:lstStyle/>
          <a:p>
            <a:pPr algn="r"/>
            <a:r>
              <a:rPr lang="en-IN" sz="6600">
                <a:solidFill>
                  <a:schemeClr val="tx1">
                    <a:lumMod val="75000"/>
                    <a:lumOff val="25000"/>
                  </a:schemeClr>
                </a:solidFill>
              </a:rPr>
              <a:t>Contents</a:t>
            </a:r>
          </a:p>
        </p:txBody>
      </p:sp>
      <p:sp>
        <p:nvSpPr>
          <p:cNvPr id="3" name="Content Placeholder 2">
            <a:extLst>
              <a:ext uri="{FF2B5EF4-FFF2-40B4-BE49-F238E27FC236}">
                <a16:creationId xmlns:a16="http://schemas.microsoft.com/office/drawing/2014/main" id="{5BA2BD6F-3E41-828A-1212-DFB67C410585}"/>
              </a:ext>
            </a:extLst>
          </p:cNvPr>
          <p:cNvSpPr>
            <a:spLocks noGrp="1"/>
          </p:cNvSpPr>
          <p:nvPr>
            <p:ph idx="1"/>
          </p:nvPr>
        </p:nvSpPr>
        <p:spPr>
          <a:xfrm>
            <a:off x="6459425" y="1259960"/>
            <a:ext cx="4776216" cy="4334512"/>
          </a:xfrm>
        </p:spPr>
        <p:txBody>
          <a:bodyPr anchor="ctr">
            <a:normAutofit/>
          </a:bodyPr>
          <a:lstStyle/>
          <a:p>
            <a:pPr marL="224027" indent="-224027" defTabSz="896111">
              <a:spcBef>
                <a:spcPts val="900"/>
              </a:spcBef>
              <a:defRPr sz="1568">
                <a:latin typeface="Times New Roman"/>
                <a:ea typeface="Times New Roman"/>
                <a:cs typeface="Times New Roman"/>
                <a:sym typeface="Times New Roman"/>
              </a:defRPr>
            </a:pPr>
            <a:r>
              <a:rPr lang="en-US" sz="2400" dirty="0"/>
              <a:t>Introduction</a:t>
            </a:r>
          </a:p>
          <a:p>
            <a:pPr marL="224027" indent="-224027" defTabSz="896111">
              <a:spcBef>
                <a:spcPts val="900"/>
              </a:spcBef>
              <a:defRPr sz="1568">
                <a:latin typeface="Times New Roman"/>
                <a:ea typeface="Times New Roman"/>
                <a:cs typeface="Times New Roman"/>
                <a:sym typeface="Times New Roman"/>
              </a:defRPr>
            </a:pPr>
            <a:r>
              <a:rPr lang="en-US" sz="2400" dirty="0"/>
              <a:t>Background</a:t>
            </a:r>
          </a:p>
          <a:p>
            <a:pPr marL="224027" indent="-224027" defTabSz="896111">
              <a:spcBef>
                <a:spcPts val="900"/>
              </a:spcBef>
              <a:defRPr sz="1568">
                <a:latin typeface="Times New Roman"/>
                <a:ea typeface="Times New Roman"/>
                <a:cs typeface="Times New Roman"/>
                <a:sym typeface="Times New Roman"/>
              </a:defRPr>
            </a:pPr>
            <a:r>
              <a:rPr lang="en-US" sz="2400" dirty="0"/>
              <a:t>Motivation</a:t>
            </a:r>
          </a:p>
          <a:p>
            <a:pPr marL="224027" indent="-224027" defTabSz="896111">
              <a:spcBef>
                <a:spcPts val="900"/>
              </a:spcBef>
              <a:defRPr sz="1568">
                <a:latin typeface="Times New Roman"/>
                <a:ea typeface="Times New Roman"/>
                <a:cs typeface="Times New Roman"/>
                <a:sym typeface="Times New Roman"/>
              </a:defRPr>
            </a:pPr>
            <a:r>
              <a:rPr lang="en-US" sz="2400" dirty="0"/>
              <a:t>Problem Statement</a:t>
            </a:r>
          </a:p>
          <a:p>
            <a:pPr marL="224027" indent="-224027" defTabSz="896111">
              <a:spcBef>
                <a:spcPts val="900"/>
              </a:spcBef>
              <a:defRPr sz="1568">
                <a:latin typeface="Times New Roman"/>
                <a:ea typeface="Times New Roman"/>
                <a:cs typeface="Times New Roman"/>
                <a:sym typeface="Times New Roman"/>
              </a:defRPr>
            </a:pPr>
            <a:r>
              <a:rPr lang="en-US" sz="2400" dirty="0"/>
              <a:t>System Design</a:t>
            </a:r>
          </a:p>
          <a:p>
            <a:pPr marL="224027" indent="-224027" defTabSz="896111">
              <a:spcBef>
                <a:spcPts val="900"/>
              </a:spcBef>
              <a:defRPr sz="1568">
                <a:latin typeface="Times New Roman"/>
                <a:ea typeface="Times New Roman"/>
                <a:cs typeface="Times New Roman"/>
                <a:sym typeface="Times New Roman"/>
              </a:defRPr>
            </a:pPr>
            <a:r>
              <a:rPr lang="en-US" sz="2400" dirty="0"/>
              <a:t>Software Requirements</a:t>
            </a:r>
          </a:p>
          <a:p>
            <a:pPr marL="224027" indent="-224027" defTabSz="896111">
              <a:spcBef>
                <a:spcPts val="900"/>
              </a:spcBef>
              <a:defRPr sz="1568">
                <a:latin typeface="Times New Roman"/>
                <a:ea typeface="Times New Roman"/>
                <a:cs typeface="Times New Roman"/>
                <a:sym typeface="Times New Roman"/>
              </a:defRPr>
            </a:pPr>
            <a:r>
              <a:rPr lang="en-US" sz="2400" dirty="0"/>
              <a:t>Implementation &amp;Results</a:t>
            </a:r>
          </a:p>
          <a:p>
            <a:pPr marL="224027" indent="-224027" defTabSz="896111">
              <a:spcBef>
                <a:spcPts val="900"/>
              </a:spcBef>
              <a:defRPr sz="1568">
                <a:latin typeface="Times New Roman"/>
                <a:ea typeface="Times New Roman"/>
                <a:cs typeface="Times New Roman"/>
                <a:sym typeface="Times New Roman"/>
              </a:defRPr>
            </a:pPr>
            <a:r>
              <a:rPr lang="en-US" sz="2400" dirty="0"/>
              <a:t>Conclusion &amp; Future Work</a:t>
            </a:r>
          </a:p>
          <a:p>
            <a:pPr marL="224027" indent="-224027" defTabSz="896111">
              <a:spcBef>
                <a:spcPts val="900"/>
              </a:spcBef>
              <a:defRPr sz="1568">
                <a:latin typeface="Times New Roman"/>
                <a:ea typeface="Times New Roman"/>
                <a:cs typeface="Times New Roman"/>
                <a:sym typeface="Times New Roman"/>
              </a:defRPr>
            </a:pPr>
            <a:r>
              <a:rPr lang="en-US" sz="2400" dirty="0"/>
              <a:t>References</a:t>
            </a:r>
          </a:p>
          <a:p>
            <a:endParaRPr lang="en-IN" sz="1500" dirty="0"/>
          </a:p>
        </p:txBody>
      </p:sp>
    </p:spTree>
    <p:extLst>
      <p:ext uri="{BB962C8B-B14F-4D97-AF65-F5344CB8AC3E}">
        <p14:creationId xmlns:p14="http://schemas.microsoft.com/office/powerpoint/2010/main" val="3752191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D05EE6-0279-A0B2-543E-0B86659A3A00}"/>
              </a:ext>
            </a:extLst>
          </p:cNvPr>
          <p:cNvSpPr>
            <a:spLocks noGrp="1"/>
          </p:cNvSpPr>
          <p:nvPr>
            <p:ph type="title"/>
          </p:nvPr>
        </p:nvSpPr>
        <p:spPr>
          <a:xfrm>
            <a:off x="3788410" y="531407"/>
            <a:ext cx="5660390" cy="1268911"/>
          </a:xfrm>
        </p:spPr>
        <p:txBody>
          <a:bodyPr>
            <a:normAutofit/>
          </a:bodyPr>
          <a:lstStyle/>
          <a:p>
            <a:r>
              <a:rPr lang="en-IN" sz="5400" dirty="0"/>
              <a:t>INTRODUCTION</a:t>
            </a:r>
          </a:p>
        </p:txBody>
      </p:sp>
      <p:sp>
        <p:nvSpPr>
          <p:cNvPr id="3" name="Content Placeholder 2">
            <a:extLst>
              <a:ext uri="{FF2B5EF4-FFF2-40B4-BE49-F238E27FC236}">
                <a16:creationId xmlns:a16="http://schemas.microsoft.com/office/drawing/2014/main" id="{8A915400-5F21-D206-CD23-FF52D33A53E3}"/>
              </a:ext>
            </a:extLst>
          </p:cNvPr>
          <p:cNvSpPr>
            <a:spLocks noGrp="1"/>
          </p:cNvSpPr>
          <p:nvPr>
            <p:ph idx="1"/>
          </p:nvPr>
        </p:nvSpPr>
        <p:spPr>
          <a:xfrm>
            <a:off x="1290722" y="1586203"/>
            <a:ext cx="9710654" cy="4282751"/>
          </a:xfrm>
        </p:spPr>
        <p:txBody>
          <a:bodyPr anchor="t">
            <a:normAutofit lnSpcReduction="10000"/>
          </a:bodyPr>
          <a:lstStyle/>
          <a:p>
            <a:endParaRPr lang="en-US" sz="2400" dirty="0">
              <a:effectLst/>
              <a:ea typeface="Calibri" panose="020F0502020204030204" pitchFamily="34" charset="0"/>
              <a:cs typeface="Times New Roman" panose="02020603050405020304" pitchFamily="18" charset="0"/>
            </a:endParaRPr>
          </a:p>
          <a:p>
            <a:r>
              <a:rPr lang="en-US" sz="2400" b="0" i="0" u="none" strike="noStrike" dirty="0">
                <a:effectLst/>
              </a:rPr>
              <a:t>Organ donation refers to the donation of </a:t>
            </a:r>
            <a:r>
              <a:rPr lang="en-US" sz="2400" b="1" i="0" u="none" strike="noStrike" dirty="0">
                <a:effectLst/>
              </a:rPr>
              <a:t>biological tissue </a:t>
            </a:r>
            <a:r>
              <a:rPr lang="en-US" sz="2400" b="0" i="0" u="none" strike="noStrike" dirty="0">
                <a:effectLst/>
              </a:rPr>
              <a:t>or an </a:t>
            </a:r>
            <a:r>
              <a:rPr lang="en-US" sz="2400" b="1" i="0" u="none" strike="noStrike" dirty="0">
                <a:effectLst/>
              </a:rPr>
              <a:t>organ</a:t>
            </a:r>
            <a:r>
              <a:rPr lang="en-US" sz="2400" b="0" i="0" u="none" strike="noStrike" dirty="0">
                <a:effectLst/>
              </a:rPr>
              <a:t> of the human body, from </a:t>
            </a:r>
            <a:r>
              <a:rPr lang="en-US" sz="2400" b="1" i="0" u="none" strike="noStrike" dirty="0">
                <a:effectLst/>
              </a:rPr>
              <a:t>a living or dead </a:t>
            </a:r>
            <a:r>
              <a:rPr lang="en-US" sz="2400" b="0" i="0" u="none" strike="noStrike" dirty="0">
                <a:effectLst/>
              </a:rPr>
              <a:t>person to a living recipient in need of a transplant. </a:t>
            </a:r>
            <a:endParaRPr lang="en-US" sz="2400" dirty="0">
              <a:effectLst/>
            </a:endParaRPr>
          </a:p>
          <a:p>
            <a:r>
              <a:rPr lang="en-US" sz="2400" dirty="0">
                <a:effectLst/>
                <a:ea typeface="Calibri" panose="020F0502020204030204" pitchFamily="34" charset="0"/>
                <a:cs typeface="Times New Roman" panose="02020603050405020304" pitchFamily="18" charset="0"/>
              </a:rPr>
              <a:t>By donating organs, we can give someone a </a:t>
            </a:r>
            <a:r>
              <a:rPr lang="en-US" sz="2400" b="1" dirty="0">
                <a:effectLst/>
                <a:ea typeface="Calibri" panose="020F0502020204030204" pitchFamily="34" charset="0"/>
                <a:cs typeface="Times New Roman" panose="02020603050405020304" pitchFamily="18" charset="0"/>
              </a:rPr>
              <a:t>second chance </a:t>
            </a:r>
            <a:r>
              <a:rPr lang="en-US" sz="2400" dirty="0">
                <a:effectLst/>
                <a:ea typeface="Calibri" panose="020F0502020204030204" pitchFamily="34" charset="0"/>
                <a:cs typeface="Times New Roman" panose="02020603050405020304" pitchFamily="18" charset="0"/>
              </a:rPr>
              <a:t>at life and help them overcome their health challenges.</a:t>
            </a:r>
          </a:p>
          <a:p>
            <a:r>
              <a:rPr lang="en-US" sz="2400" dirty="0">
                <a:ea typeface="Calibri" panose="020F0502020204030204" pitchFamily="34" charset="0"/>
                <a:cs typeface="Times New Roman" panose="02020603050405020304" pitchFamily="18" charset="0"/>
              </a:rPr>
              <a:t>Organ donation is </a:t>
            </a:r>
            <a:r>
              <a:rPr lang="en-US" sz="2400" b="1" dirty="0">
                <a:ea typeface="Calibri" panose="020F0502020204030204" pitchFamily="34" charset="0"/>
                <a:cs typeface="Times New Roman" panose="02020603050405020304" pitchFamily="18" charset="0"/>
              </a:rPr>
              <a:t>not seriously encouraged </a:t>
            </a:r>
            <a:r>
              <a:rPr lang="en-US" sz="2400" dirty="0">
                <a:ea typeface="Calibri" panose="020F0502020204030204" pitchFamily="34" charset="0"/>
                <a:cs typeface="Times New Roman" panose="02020603050405020304" pitchFamily="18" charset="0"/>
              </a:rPr>
              <a:t>and taken by everyone as this concept revolves around many </a:t>
            </a:r>
            <a:r>
              <a:rPr lang="en-US" sz="2400" b="1" dirty="0">
                <a:ea typeface="Calibri" panose="020F0502020204030204" pitchFamily="34" charset="0"/>
                <a:cs typeface="Times New Roman" panose="02020603050405020304" pitchFamily="18" charset="0"/>
              </a:rPr>
              <a:t>myths and superstitions</a:t>
            </a:r>
            <a:r>
              <a:rPr lang="en-US" sz="2400" dirty="0">
                <a:ea typeface="Calibri" panose="020F0502020204030204" pitchFamily="34" charset="0"/>
                <a:cs typeface="Times New Roman" panose="02020603050405020304" pitchFamily="18" charset="0"/>
              </a:rPr>
              <a:t>.</a:t>
            </a:r>
          </a:p>
          <a:p>
            <a:r>
              <a:rPr lang="en-US" sz="2400" dirty="0">
                <a:ea typeface="Calibri" panose="020F0502020204030204" pitchFamily="34" charset="0"/>
                <a:cs typeface="Times New Roman" panose="02020603050405020304" pitchFamily="18" charset="0"/>
              </a:rPr>
              <a:t>As a result, many people </a:t>
            </a:r>
            <a:r>
              <a:rPr lang="en-US" sz="2400" b="1" dirty="0">
                <a:ea typeface="Calibri" panose="020F0502020204030204" pitchFamily="34" charset="0"/>
                <a:cs typeface="Times New Roman" panose="02020603050405020304" pitchFamily="18" charset="0"/>
              </a:rPr>
              <a:t>die </a:t>
            </a:r>
            <a:r>
              <a:rPr lang="en-US" sz="2400" dirty="0">
                <a:ea typeface="Calibri" panose="020F0502020204030204" pitchFamily="34" charset="0"/>
                <a:cs typeface="Times New Roman" panose="02020603050405020304" pitchFamily="18" charset="0"/>
              </a:rPr>
              <a:t>as an organ is not provided to them when needed.</a:t>
            </a:r>
          </a:p>
          <a:p>
            <a:r>
              <a:rPr lang="en-US" sz="2400" dirty="0">
                <a:effectLst/>
                <a:ea typeface="Calibri" panose="020F0502020204030204" pitchFamily="34" charset="0"/>
                <a:cs typeface="Times New Roman" panose="02020603050405020304" pitchFamily="18" charset="0"/>
              </a:rPr>
              <a:t>These need to be removed by </a:t>
            </a:r>
            <a:r>
              <a:rPr lang="en-US" sz="2400" b="1" dirty="0">
                <a:effectLst/>
                <a:ea typeface="Calibri" panose="020F0502020204030204" pitchFamily="34" charset="0"/>
                <a:cs typeface="Times New Roman" panose="02020603050405020304" pitchFamily="18" charset="0"/>
              </a:rPr>
              <a:t>spreading awareness </a:t>
            </a:r>
            <a:r>
              <a:rPr lang="en-US" sz="2400" dirty="0">
                <a:effectLst/>
                <a:ea typeface="Calibri" panose="020F0502020204030204" pitchFamily="34" charset="0"/>
                <a:cs typeface="Times New Roman" panose="02020603050405020304" pitchFamily="18" charset="0"/>
              </a:rPr>
              <a:t>and making organ donation </a:t>
            </a:r>
            <a:r>
              <a:rPr lang="en-US" sz="2400" b="1" dirty="0">
                <a:effectLst/>
                <a:ea typeface="Calibri" panose="020F0502020204030204" pitchFamily="34" charset="0"/>
                <a:cs typeface="Times New Roman" panose="02020603050405020304" pitchFamily="18" charset="0"/>
              </a:rPr>
              <a:t>accessible</a:t>
            </a:r>
            <a:r>
              <a:rPr lang="en-US" sz="2400" dirty="0">
                <a:effectLst/>
                <a:ea typeface="Calibri" panose="020F0502020204030204" pitchFamily="34" charset="0"/>
                <a:cs typeface="Times New Roman" panose="02020603050405020304" pitchFamily="18" charset="0"/>
              </a:rPr>
              <a:t> for everyone</a:t>
            </a:r>
            <a:endParaRPr lang="en-IN" sz="2400" dirty="0">
              <a:effectLst/>
              <a:ea typeface="Calibri" panose="020F0502020204030204" pitchFamily="34" charset="0"/>
              <a:cs typeface="Times New Roman" panose="02020603050405020304" pitchFamily="18" charset="0"/>
            </a:endParaRPr>
          </a:p>
          <a:p>
            <a:endParaRPr lang="en-IN" sz="2000" dirty="0"/>
          </a:p>
        </p:txBody>
      </p:sp>
    </p:spTree>
    <p:extLst>
      <p:ext uri="{BB962C8B-B14F-4D97-AF65-F5344CB8AC3E}">
        <p14:creationId xmlns:p14="http://schemas.microsoft.com/office/powerpoint/2010/main" val="4049113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474090D-CD95-4B41-BE3D-6596953D3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4662" y="323519"/>
            <a:ext cx="4323899" cy="6212748"/>
          </a:xfrm>
          <a:custGeom>
            <a:avLst/>
            <a:gdLst>
              <a:gd name="connsiteX0" fmla="*/ 0 w 4323899"/>
              <a:gd name="connsiteY0" fmla="*/ 0 h 6212748"/>
              <a:gd name="connsiteX1" fmla="*/ 742501 w 4323899"/>
              <a:gd name="connsiteY1" fmla="*/ 0 h 6212748"/>
              <a:gd name="connsiteX2" fmla="*/ 4323899 w 4323899"/>
              <a:gd name="connsiteY2" fmla="*/ 0 h 6212748"/>
              <a:gd name="connsiteX3" fmla="*/ 4323899 w 4323899"/>
              <a:gd name="connsiteY3" fmla="*/ 2864954 h 6212748"/>
              <a:gd name="connsiteX4" fmla="*/ 880454 w 4323899"/>
              <a:gd name="connsiteY4" fmla="*/ 6212748 h 6212748"/>
              <a:gd name="connsiteX5" fmla="*/ 0 w 4323899"/>
              <a:gd name="connsiteY5" fmla="*/ 6212748 h 6212748"/>
              <a:gd name="connsiteX6" fmla="*/ 0 w 4323899"/>
              <a:gd name="connsiteY6" fmla="*/ 6210962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3899" h="6212748">
                <a:moveTo>
                  <a:pt x="0" y="0"/>
                </a:moveTo>
                <a:lnTo>
                  <a:pt x="742501" y="0"/>
                </a:lnTo>
                <a:lnTo>
                  <a:pt x="4323899" y="0"/>
                </a:lnTo>
                <a:lnTo>
                  <a:pt x="4323899" y="2864954"/>
                </a:lnTo>
                <a:lnTo>
                  <a:pt x="880454" y="6212748"/>
                </a:lnTo>
                <a:lnTo>
                  <a:pt x="0" y="6212748"/>
                </a:lnTo>
                <a:lnTo>
                  <a:pt x="0" y="6210962"/>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B8F3E811-B104-4DFF-951A-008C860FF1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AC25DF-5CC5-3D3F-25C2-8094D6336660}"/>
              </a:ext>
            </a:extLst>
          </p:cNvPr>
          <p:cNvSpPr>
            <a:spLocks noGrp="1"/>
          </p:cNvSpPr>
          <p:nvPr>
            <p:ph type="title"/>
          </p:nvPr>
        </p:nvSpPr>
        <p:spPr>
          <a:xfrm>
            <a:off x="8026203" y="1443390"/>
            <a:ext cx="3268216" cy="3405880"/>
          </a:xfrm>
        </p:spPr>
        <p:txBody>
          <a:bodyPr>
            <a:normAutofit/>
          </a:bodyPr>
          <a:lstStyle/>
          <a:p>
            <a:r>
              <a:rPr lang="en-IN" sz="4000" dirty="0"/>
              <a:t>BACKGROUND</a:t>
            </a:r>
          </a:p>
        </p:txBody>
      </p:sp>
      <p:sp>
        <p:nvSpPr>
          <p:cNvPr id="3" name="Content Placeholder 2">
            <a:extLst>
              <a:ext uri="{FF2B5EF4-FFF2-40B4-BE49-F238E27FC236}">
                <a16:creationId xmlns:a16="http://schemas.microsoft.com/office/drawing/2014/main" id="{62452694-B4AC-0F91-0FB6-513B70C5D823}"/>
              </a:ext>
            </a:extLst>
          </p:cNvPr>
          <p:cNvSpPr>
            <a:spLocks noGrp="1"/>
          </p:cNvSpPr>
          <p:nvPr>
            <p:ph idx="1"/>
          </p:nvPr>
        </p:nvSpPr>
        <p:spPr>
          <a:xfrm>
            <a:off x="1007002" y="1191065"/>
            <a:ext cx="6285252" cy="4472301"/>
          </a:xfrm>
        </p:spPr>
        <p:txBody>
          <a:bodyPr anchor="ctr">
            <a:normAutofit/>
          </a:bodyPr>
          <a:lstStyle/>
          <a:p>
            <a:r>
              <a:rPr lang="en-IN" sz="2200" dirty="0"/>
              <a:t>There are many organ donation websites available that focus mainly on </a:t>
            </a:r>
            <a:r>
              <a:rPr lang="en-IN" sz="2200" b="1" dirty="0"/>
              <a:t>spreading awareness </a:t>
            </a:r>
            <a:r>
              <a:rPr lang="en-IN" sz="2200" dirty="0"/>
              <a:t>on organ donation and making people </a:t>
            </a:r>
            <a:r>
              <a:rPr lang="en-IN" sz="2200" b="1" dirty="0"/>
              <a:t>pledge</a:t>
            </a:r>
            <a:r>
              <a:rPr lang="en-IN" sz="2200" dirty="0"/>
              <a:t> on being donors after they die.</a:t>
            </a:r>
          </a:p>
          <a:p>
            <a:r>
              <a:rPr lang="en-IN" sz="2200" dirty="0"/>
              <a:t>These websites focus on bringing more donations to the people but </a:t>
            </a:r>
            <a:r>
              <a:rPr lang="en-IN" sz="2200" b="1" dirty="0"/>
              <a:t>do not provide the details </a:t>
            </a:r>
            <a:r>
              <a:rPr lang="en-IN" sz="2200" dirty="0"/>
              <a:t>of organs received or make them available for recipients to see and </a:t>
            </a:r>
            <a:r>
              <a:rPr lang="en-IN" sz="2200" b="1" dirty="0"/>
              <a:t>request</a:t>
            </a:r>
            <a:r>
              <a:rPr lang="en-IN" sz="2200" dirty="0"/>
              <a:t> the suitable one for them instead of having them on waiting list</a:t>
            </a:r>
          </a:p>
          <a:p>
            <a:r>
              <a:rPr lang="en-IN" sz="2200" dirty="0"/>
              <a:t>The website that manages all organ donations in India is </a:t>
            </a:r>
            <a:r>
              <a:rPr lang="en-IN" sz="2200" b="1" dirty="0"/>
              <a:t>NOTTO</a:t>
            </a:r>
            <a:r>
              <a:rPr lang="en-IN" sz="2200" dirty="0"/>
              <a:t>(National Organ and Tissue Transplant Organisation).</a:t>
            </a:r>
          </a:p>
        </p:txBody>
      </p:sp>
    </p:spTree>
    <p:extLst>
      <p:ext uri="{BB962C8B-B14F-4D97-AF65-F5344CB8AC3E}">
        <p14:creationId xmlns:p14="http://schemas.microsoft.com/office/powerpoint/2010/main" val="1410355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5215932" y="551099"/>
            <a:ext cx="5852711" cy="1597228"/>
          </a:xfrm>
        </p:spPr>
        <p:txBody>
          <a:bodyPr>
            <a:normAutofit/>
          </a:bodyPr>
          <a:lstStyle/>
          <a:p>
            <a:r>
              <a:rPr lang="en-IN" sz="5400" dirty="0"/>
              <a:t>MOTIVATION</a:t>
            </a:r>
          </a:p>
        </p:txBody>
      </p:sp>
      <p:pic>
        <p:nvPicPr>
          <p:cNvPr id="1026" name="Picture 2" descr="Organ donation on your mind? It is tougher than you think - The Economic  Times">
            <a:extLst>
              <a:ext uri="{FF2B5EF4-FFF2-40B4-BE49-F238E27FC236}">
                <a16:creationId xmlns:a16="http://schemas.microsoft.com/office/drawing/2014/main" id="{28BB6351-FFC3-A19C-5FE6-58F5AD9DC7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505" r="19490" b="-1"/>
          <a:stretch/>
        </p:blipFill>
        <p:spPr bwMode="auto">
          <a:xfrm>
            <a:off x="1123357" y="1397029"/>
            <a:ext cx="3533985" cy="4141104"/>
          </a:xfrm>
          <a:prstGeom prst="rect">
            <a:avLst/>
          </a:prstGeom>
          <a:noFill/>
          <a:extLst>
            <a:ext uri="{909E8E84-426E-40DD-AFC4-6F175D3DCCD1}">
              <a14:hiddenFill xmlns:a14="http://schemas.microsoft.com/office/drawing/2010/main">
                <a:solidFill>
                  <a:srgbClr val="FFFFFF"/>
                </a:solidFill>
              </a14:hiddenFill>
            </a:ext>
          </a:extLst>
        </p:spPr>
      </p:pic>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5276685" y="1926001"/>
            <a:ext cx="5791957" cy="3893773"/>
          </a:xfrm>
        </p:spPr>
        <p:txBody>
          <a:bodyPr anchor="t">
            <a:normAutofit/>
          </a:bodyPr>
          <a:lstStyle/>
          <a:p>
            <a:endParaRPr lang="en-US" sz="2000" b="0" i="0" u="none" strike="noStrike" dirty="0">
              <a:effectLst/>
            </a:endParaRPr>
          </a:p>
          <a:p>
            <a:r>
              <a:rPr lang="en-US" sz="2000" dirty="0">
                <a:effectLst/>
                <a:ea typeface="Calibri" panose="020F0502020204030204" pitchFamily="34" charset="0"/>
                <a:cs typeface="Times New Roman" panose="02020603050405020304" pitchFamily="18" charset="0"/>
              </a:rPr>
              <a:t>Organ donation is a selfless act that can </a:t>
            </a:r>
            <a:r>
              <a:rPr lang="en-US" sz="2000" b="1" dirty="0">
                <a:effectLst/>
                <a:ea typeface="Calibri" panose="020F0502020204030204" pitchFamily="34" charset="0"/>
                <a:cs typeface="Times New Roman" panose="02020603050405020304" pitchFamily="18" charset="0"/>
              </a:rPr>
              <a:t>transform</a:t>
            </a:r>
            <a:r>
              <a:rPr lang="en-US" sz="2000" dirty="0">
                <a:effectLst/>
                <a:ea typeface="Calibri" panose="020F0502020204030204" pitchFamily="34" charset="0"/>
                <a:cs typeface="Times New Roman" panose="02020603050405020304" pitchFamily="18" charset="0"/>
              </a:rPr>
              <a:t> the lives of people who are in desperate need of an </a:t>
            </a:r>
            <a:r>
              <a:rPr lang="en-US" sz="2000" b="1" dirty="0">
                <a:effectLst/>
                <a:ea typeface="Calibri" panose="020F0502020204030204" pitchFamily="34" charset="0"/>
                <a:cs typeface="Times New Roman" panose="02020603050405020304" pitchFamily="18" charset="0"/>
              </a:rPr>
              <a:t>organ transplant</a:t>
            </a:r>
            <a:r>
              <a:rPr lang="en-US" sz="2000" dirty="0">
                <a:effectLst/>
                <a:ea typeface="Calibri" panose="020F0502020204030204" pitchFamily="34" charset="0"/>
                <a:cs typeface="Times New Roman" panose="02020603050405020304" pitchFamily="18" charset="0"/>
              </a:rPr>
              <a:t>. </a:t>
            </a:r>
          </a:p>
          <a:p>
            <a:r>
              <a:rPr lang="en-US" sz="2000" b="0" i="0" u="none" strike="noStrike" dirty="0">
                <a:effectLst/>
              </a:rPr>
              <a:t>Often, it becomes </a:t>
            </a:r>
            <a:r>
              <a:rPr lang="en-US" sz="2000" b="1" i="0" u="none" strike="noStrike" dirty="0">
                <a:effectLst/>
              </a:rPr>
              <a:t>difficult</a:t>
            </a:r>
            <a:r>
              <a:rPr lang="en-US" sz="2000" b="0" i="0" u="none" strike="noStrike" dirty="0">
                <a:effectLst/>
              </a:rPr>
              <a:t> for a patient to </a:t>
            </a:r>
            <a:r>
              <a:rPr lang="en-US" sz="2000" b="1" i="0" u="none" strike="noStrike" dirty="0">
                <a:effectLst/>
              </a:rPr>
              <a:t>find </a:t>
            </a:r>
            <a:r>
              <a:rPr lang="en-US" sz="2000" b="0" i="0" u="none" strike="noStrike" dirty="0">
                <a:effectLst/>
              </a:rPr>
              <a:t>the required donor at needed times. The </a:t>
            </a:r>
            <a:r>
              <a:rPr lang="en-US" sz="2000" b="1" i="0" u="none" strike="noStrike" dirty="0">
                <a:effectLst/>
              </a:rPr>
              <a:t>contact </a:t>
            </a:r>
            <a:r>
              <a:rPr lang="en-US" sz="2000" b="0" i="0" u="none" strike="noStrike" dirty="0">
                <a:effectLst/>
              </a:rPr>
              <a:t>between the donor and patient is the </a:t>
            </a:r>
            <a:r>
              <a:rPr lang="en-US" sz="2000" i="0" u="none" strike="noStrike" dirty="0">
                <a:effectLst/>
              </a:rPr>
              <a:t>demand of </a:t>
            </a:r>
            <a:r>
              <a:rPr lang="en-US" sz="2000" b="0" i="0" u="none" strike="noStrike" dirty="0">
                <a:effectLst/>
              </a:rPr>
              <a:t>the hour and </a:t>
            </a:r>
            <a:r>
              <a:rPr lang="en-US" sz="2000" b="1" i="0" u="none" strike="noStrike" dirty="0">
                <a:effectLst/>
              </a:rPr>
              <a:t>requires a solution</a:t>
            </a:r>
            <a:r>
              <a:rPr lang="en-US" sz="2000" b="0" i="0" u="none" strike="noStrike" dirty="0">
                <a:effectLst/>
              </a:rPr>
              <a:t>. Even if the donor is found, it becomes hard for the </a:t>
            </a:r>
            <a:r>
              <a:rPr lang="en-US" sz="2000" b="1" i="0" u="none" strike="noStrike" dirty="0">
                <a:effectLst/>
              </a:rPr>
              <a:t>transportation</a:t>
            </a:r>
            <a:r>
              <a:rPr lang="en-US" sz="2000" b="0" i="0" u="none" strike="noStrike" dirty="0">
                <a:effectLst/>
              </a:rPr>
              <a:t> of the organ within the prescribed time period and finding a </a:t>
            </a:r>
            <a:r>
              <a:rPr lang="en-US" sz="2000" b="1" i="0" u="none" strike="noStrike" dirty="0">
                <a:effectLst/>
              </a:rPr>
              <a:t>suitable medical team </a:t>
            </a:r>
            <a:r>
              <a:rPr lang="en-US" sz="2000" b="0" i="0" u="none" strike="noStrike" dirty="0">
                <a:effectLst/>
              </a:rPr>
              <a:t>to operate on them is also a dramatic problem. </a:t>
            </a:r>
            <a:endParaRPr lang="en-US" sz="2000" dirty="0">
              <a:effectLst/>
            </a:endParaRPr>
          </a:p>
          <a:p>
            <a:endParaRPr lang="en-IN" sz="1400" dirty="0"/>
          </a:p>
        </p:txBody>
      </p:sp>
    </p:spTree>
    <p:extLst>
      <p:ext uri="{BB962C8B-B14F-4D97-AF65-F5344CB8AC3E}">
        <p14:creationId xmlns:p14="http://schemas.microsoft.com/office/powerpoint/2010/main" val="1931458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Donation Symbol with Hands of Donor-recipient and Human Organ Cooler Box.  Vector Illustration in Flat Cartoon Style. Stock Vector - Illustration of  chamber, medic: 176877129">
            <a:extLst>
              <a:ext uri="{FF2B5EF4-FFF2-40B4-BE49-F238E27FC236}">
                <a16:creationId xmlns:a16="http://schemas.microsoft.com/office/drawing/2014/main" id="{2BCE9A63-FBB6-632D-B78B-DDB3D536F48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875" b="11202"/>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2068" name="Rectangle 206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B72965-E447-C9DA-35C3-949B446A9B0B}"/>
              </a:ext>
            </a:extLst>
          </p:cNvPr>
          <p:cNvSpPr>
            <a:spLocks noGrp="1"/>
          </p:cNvSpPr>
          <p:nvPr>
            <p:ph type="title"/>
          </p:nvPr>
        </p:nvSpPr>
        <p:spPr>
          <a:xfrm>
            <a:off x="7531610" y="365125"/>
            <a:ext cx="3822189" cy="2069076"/>
          </a:xfrm>
        </p:spPr>
        <p:txBody>
          <a:bodyPr>
            <a:normAutofit/>
          </a:bodyPr>
          <a:lstStyle/>
          <a:p>
            <a:r>
              <a:rPr lang="en-IN" sz="5400" dirty="0"/>
              <a:t>PROBLEM STATEMENT</a:t>
            </a:r>
          </a:p>
        </p:txBody>
      </p:sp>
      <p:sp>
        <p:nvSpPr>
          <p:cNvPr id="3" name="Content Placeholder 2">
            <a:extLst>
              <a:ext uri="{FF2B5EF4-FFF2-40B4-BE49-F238E27FC236}">
                <a16:creationId xmlns:a16="http://schemas.microsoft.com/office/drawing/2014/main" id="{39D8DE1D-4723-864F-5D98-C63224184BF6}"/>
              </a:ext>
            </a:extLst>
          </p:cNvPr>
          <p:cNvSpPr>
            <a:spLocks noGrp="1"/>
          </p:cNvSpPr>
          <p:nvPr>
            <p:ph idx="1"/>
          </p:nvPr>
        </p:nvSpPr>
        <p:spPr>
          <a:xfrm>
            <a:off x="7531610" y="2967601"/>
            <a:ext cx="3955540" cy="2069076"/>
          </a:xfrm>
        </p:spPr>
        <p:txBody>
          <a:bodyPr>
            <a:noAutofit/>
          </a:bodyPr>
          <a:lstStyle/>
          <a:p>
            <a:pPr marL="0" indent="0">
              <a:buNone/>
            </a:pPr>
            <a:r>
              <a:rPr lang="en-US" sz="2400" b="0" i="0" u="none" strike="noStrike" dirty="0">
                <a:effectLst/>
              </a:rPr>
              <a:t>To create a system that serves as a one-stop-solution to all organ-donation queries and problems which makes the contact between doctors/patients who need organs and donors easy, transparent, and whenever needed.</a:t>
            </a:r>
            <a:endParaRPr lang="en-IN" sz="2400" dirty="0"/>
          </a:p>
        </p:txBody>
      </p:sp>
    </p:spTree>
    <p:extLst>
      <p:ext uri="{BB962C8B-B14F-4D97-AF65-F5344CB8AC3E}">
        <p14:creationId xmlns:p14="http://schemas.microsoft.com/office/powerpoint/2010/main" val="1788406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pPr algn="ctr"/>
            <a:r>
              <a:rPr lang="en-IN" dirty="0"/>
              <a:t>SYSTEM DESIGN</a:t>
            </a:r>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1"/>
            <a:ext cx="10669750" cy="4537659"/>
          </a:xfrm>
        </p:spPr>
        <p:txBody>
          <a:bodyPr anchor="t">
            <a:normAutofit/>
          </a:bodyPr>
          <a:lstStyle/>
          <a:p>
            <a:endParaRPr lang="en-US" sz="2000" b="0" i="0" u="none" strike="noStrike" dirty="0">
              <a:effectLst/>
            </a:endParaRPr>
          </a:p>
          <a:p>
            <a:endParaRPr lang="en-IN" sz="1400" dirty="0"/>
          </a:p>
        </p:txBody>
      </p:sp>
      <p:sp>
        <p:nvSpPr>
          <p:cNvPr id="4" name="TextBox 3">
            <a:extLst>
              <a:ext uri="{FF2B5EF4-FFF2-40B4-BE49-F238E27FC236}">
                <a16:creationId xmlns:a16="http://schemas.microsoft.com/office/drawing/2014/main" id="{B85587BA-64C1-63AC-C1FA-07FCA2432DA1}"/>
              </a:ext>
            </a:extLst>
          </p:cNvPr>
          <p:cNvSpPr txBox="1"/>
          <p:nvPr/>
        </p:nvSpPr>
        <p:spPr>
          <a:xfrm>
            <a:off x="1375199" y="1997690"/>
            <a:ext cx="9073726" cy="3144194"/>
          </a:xfrm>
          <a:prstGeom prst="rect">
            <a:avLst/>
          </a:prstGeom>
          <a:noFill/>
        </p:spPr>
        <p:txBody>
          <a:bodyPr wrap="square">
            <a:spAutoFit/>
          </a:bodyPr>
          <a:lstStyle/>
          <a:p>
            <a:pPr marL="228600" algn="just">
              <a:lnSpc>
                <a:spcPct val="107000"/>
              </a:lnSpc>
              <a:spcAft>
                <a:spcPts val="800"/>
              </a:spcAft>
            </a:pPr>
            <a:r>
              <a:rPr lang="en-US" sz="2000" dirty="0">
                <a:effectLst/>
                <a:ea typeface="Calibri" panose="020F0502020204030204" pitchFamily="34" charset="0"/>
                <a:cs typeface="Times New Roman" panose="02020603050405020304" pitchFamily="18" charset="0"/>
              </a:rPr>
              <a:t>In this proposed system of Organ Donation, in addition to spreading awareness on Organ Donation, </a:t>
            </a:r>
            <a:r>
              <a:rPr lang="en-US" sz="2000" b="1" dirty="0">
                <a:effectLst/>
                <a:ea typeface="Calibri" panose="020F0502020204030204" pitchFamily="34" charset="0"/>
                <a:cs typeface="Times New Roman" panose="02020603050405020304" pitchFamily="18" charset="0"/>
              </a:rPr>
              <a:t>solving queries</a:t>
            </a:r>
            <a:r>
              <a:rPr lang="en-US" sz="2000" dirty="0">
                <a:effectLst/>
                <a:ea typeface="Calibri" panose="020F0502020204030204" pitchFamily="34" charset="0"/>
                <a:cs typeface="Times New Roman" panose="02020603050405020304" pitchFamily="18" charset="0"/>
              </a:rPr>
              <a:t>, and making people </a:t>
            </a:r>
            <a:r>
              <a:rPr lang="en-US" sz="2000" b="1" dirty="0">
                <a:effectLst/>
                <a:ea typeface="Calibri" panose="020F0502020204030204" pitchFamily="34" charset="0"/>
                <a:cs typeface="Times New Roman" panose="02020603050405020304" pitchFamily="18" charset="0"/>
              </a:rPr>
              <a:t>pledge </a:t>
            </a:r>
            <a:r>
              <a:rPr lang="en-US" sz="2000" dirty="0">
                <a:effectLst/>
                <a:ea typeface="Calibri" panose="020F0502020204030204" pitchFamily="34" charset="0"/>
                <a:cs typeface="Times New Roman" panose="02020603050405020304" pitchFamily="18" charset="0"/>
              </a:rPr>
              <a:t>to be organ donors, there is a provision for the dead people to </a:t>
            </a:r>
            <a:r>
              <a:rPr lang="en-US" sz="2000" b="1" dirty="0">
                <a:effectLst/>
                <a:ea typeface="Calibri" panose="020F0502020204030204" pitchFamily="34" charset="0"/>
                <a:cs typeface="Times New Roman" panose="02020603050405020304" pitchFamily="18" charset="0"/>
              </a:rPr>
              <a:t>register as donors </a:t>
            </a:r>
            <a:r>
              <a:rPr lang="en-US" sz="2000" dirty="0">
                <a:effectLst/>
                <a:ea typeface="Calibri" panose="020F0502020204030204" pitchFamily="34" charset="0"/>
                <a:cs typeface="Times New Roman" panose="02020603050405020304" pitchFamily="18" charset="0"/>
              </a:rPr>
              <a:t>which will be </a:t>
            </a:r>
            <a:r>
              <a:rPr lang="en-US" sz="2000" b="1" dirty="0">
                <a:effectLst/>
                <a:ea typeface="Calibri" panose="020F0502020204030204" pitchFamily="34" charset="0"/>
                <a:cs typeface="Times New Roman" panose="02020603050405020304" pitchFamily="18" charset="0"/>
              </a:rPr>
              <a:t>displayed </a:t>
            </a:r>
            <a:r>
              <a:rPr lang="en-US" sz="2000" dirty="0">
                <a:effectLst/>
                <a:ea typeface="Calibri" panose="020F0502020204030204" pitchFamily="34" charset="0"/>
                <a:cs typeface="Times New Roman" panose="02020603050405020304" pitchFamily="18" charset="0"/>
              </a:rPr>
              <a:t>on the site with all the contact details. The patients/doctors in urgent need of organs can </a:t>
            </a:r>
            <a:r>
              <a:rPr lang="en-US" sz="2000" b="1" dirty="0">
                <a:effectLst/>
                <a:ea typeface="Calibri" panose="020F0502020204030204" pitchFamily="34" charset="0"/>
                <a:cs typeface="Times New Roman" panose="02020603050405020304" pitchFamily="18" charset="0"/>
              </a:rPr>
              <a:t>search</a:t>
            </a:r>
            <a:r>
              <a:rPr lang="en-US" sz="2000" dirty="0">
                <a:effectLst/>
                <a:ea typeface="Calibri" panose="020F0502020204030204" pitchFamily="34" charset="0"/>
                <a:cs typeface="Times New Roman" panose="02020603050405020304" pitchFamily="18" charset="0"/>
              </a:rPr>
              <a:t> for the required organ, the blood group and from nearest available location.</a:t>
            </a:r>
          </a:p>
          <a:p>
            <a:pPr marL="228600" algn="just">
              <a:lnSpc>
                <a:spcPct val="107000"/>
              </a:lnSpc>
              <a:spcAft>
                <a:spcPts val="800"/>
              </a:spcAft>
            </a:pPr>
            <a:r>
              <a:rPr lang="en-US" sz="2000" dirty="0">
                <a:ea typeface="Calibri" panose="020F0502020204030204" pitchFamily="34" charset="0"/>
                <a:cs typeface="Times New Roman" panose="02020603050405020304" pitchFamily="18" charset="0"/>
              </a:rPr>
              <a:t>The tools required to make this web-based platform are a text editor, web server, a web browser and HTML, CSS, </a:t>
            </a:r>
            <a:r>
              <a:rPr lang="en-US" sz="2000" dirty="0" err="1">
                <a:ea typeface="Calibri" panose="020F0502020204030204" pitchFamily="34" charset="0"/>
                <a:cs typeface="Times New Roman" panose="02020603050405020304" pitchFamily="18" charset="0"/>
              </a:rPr>
              <a:t>Boootstrap</a:t>
            </a:r>
            <a:r>
              <a:rPr lang="en-US" sz="2000" dirty="0">
                <a:ea typeface="Calibri" panose="020F0502020204030204" pitchFamily="34" charset="0"/>
                <a:cs typeface="Times New Roman" panose="02020603050405020304" pitchFamily="18" charset="0"/>
              </a:rPr>
              <a:t> for frontend, PHP for functionality and MySQL to store and manage databases.</a:t>
            </a:r>
            <a:endParaRPr lang="en-IN" sz="20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90292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r>
              <a:rPr lang="en-IN" dirty="0"/>
              <a:t>SOFTWARE AND HARDWARE REQUIREMENTS</a:t>
            </a:r>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2"/>
            <a:ext cx="10669750" cy="4537659"/>
          </a:xfrm>
        </p:spPr>
        <p:txBody>
          <a:bodyPr anchor="t">
            <a:normAutofit lnSpcReduction="10000"/>
          </a:bodyPr>
          <a:lstStyle/>
          <a:p>
            <a:endParaRPr lang="en-US" sz="2400" b="0" i="0" u="none" strike="noStrike" dirty="0">
              <a:effectLst/>
            </a:endParaRPr>
          </a:p>
          <a:p>
            <a:pPr defTabSz="841247">
              <a:spcBef>
                <a:spcPts val="900"/>
              </a:spcBef>
              <a:buSzTx/>
              <a:buFont typeface="Arial" panose="020B0604020202020204" pitchFamily="34" charset="0"/>
              <a:buChar char="•"/>
              <a:defRPr sz="1288" b="1">
                <a:solidFill>
                  <a:srgbClr val="181717"/>
                </a:solidFill>
                <a:latin typeface="Times New Roman"/>
                <a:ea typeface="Times New Roman"/>
                <a:cs typeface="Times New Roman"/>
                <a:sym typeface="Times New Roman"/>
              </a:defRPr>
            </a:pPr>
            <a:r>
              <a:rPr lang="en-US" sz="2400" dirty="0">
                <a:cs typeface="Times New Roman" panose="02020603050405020304" pitchFamily="18" charset="0"/>
              </a:rPr>
              <a:t>Visual Studio Code:</a:t>
            </a:r>
            <a:r>
              <a:rPr lang="en-US" sz="2400" b="0" dirty="0">
                <a:cs typeface="Times New Roman" panose="02020603050405020304" pitchFamily="18" charset="0"/>
              </a:rPr>
              <a:t> </a:t>
            </a:r>
            <a:r>
              <a:rPr lang="en-US" sz="2400" b="0" i="0" dirty="0">
                <a:effectLst/>
                <a:cs typeface="Times New Roman" panose="02020603050405020304" pitchFamily="18" charset="0"/>
              </a:rPr>
              <a:t>Visual Studio Code, commonly referred to as Visual Code or just </a:t>
            </a:r>
            <a:r>
              <a:rPr lang="en-US" sz="2400" b="0" i="0" dirty="0" err="1">
                <a:effectLst/>
                <a:cs typeface="Times New Roman" panose="02020603050405020304" pitchFamily="18" charset="0"/>
              </a:rPr>
              <a:t>VSCode</a:t>
            </a:r>
            <a:r>
              <a:rPr lang="en-US" sz="2400" b="0" i="0" dirty="0">
                <a:effectLst/>
                <a:cs typeface="Times New Roman" panose="02020603050405020304" pitchFamily="18" charset="0"/>
              </a:rPr>
              <a:t>, is a free and open-source code editor developed by Microsoft. Visual Studio Code is designed to be highly customizable and extensible, making it an ideal tool for a wide range of programming tasks, from writing simple scripts to developing complex applications.</a:t>
            </a:r>
            <a:endParaRPr lang="en-US" sz="2400" b="0" dirty="0">
              <a:cs typeface="Times New Roman" panose="02020603050405020304" pitchFamily="18" charset="0"/>
            </a:endParaRPr>
          </a:p>
          <a:p>
            <a:pPr defTabSz="841247">
              <a:spcBef>
                <a:spcPts val="900"/>
              </a:spcBef>
              <a:buSzTx/>
              <a:buFont typeface="Arial" panose="020B0604020202020204" pitchFamily="34" charset="0"/>
              <a:buChar char="•"/>
              <a:defRPr sz="1288" b="1">
                <a:solidFill>
                  <a:srgbClr val="181717"/>
                </a:solidFill>
                <a:latin typeface="Times New Roman"/>
                <a:ea typeface="Times New Roman"/>
                <a:cs typeface="Times New Roman"/>
                <a:sym typeface="Times New Roman"/>
              </a:defRPr>
            </a:pPr>
            <a:r>
              <a:rPr lang="en-US" sz="2400" dirty="0">
                <a:cs typeface="Times New Roman" panose="02020603050405020304" pitchFamily="18" charset="0"/>
              </a:rPr>
              <a:t>XAMPP: </a:t>
            </a:r>
            <a:r>
              <a:rPr lang="en-US" sz="2400" b="0" i="0" dirty="0">
                <a:effectLst/>
                <a:cs typeface="Times New Roman" panose="02020603050405020304" pitchFamily="18" charset="0"/>
              </a:rPr>
              <a:t>XAMPP is an open-source software package that provides a complete web development environment. XAMPP stands for Cross-Platform (X), Apache (A), MariaDB (M), PHP (P), and Perl (P). </a:t>
            </a:r>
            <a:endParaRPr lang="en-US" sz="2400" b="0" dirty="0">
              <a:cs typeface="Times New Roman" panose="02020603050405020304" pitchFamily="18" charset="0"/>
            </a:endParaRPr>
          </a:p>
          <a:p>
            <a:pPr defTabSz="841247">
              <a:spcBef>
                <a:spcPts val="500"/>
              </a:spcBef>
              <a:buSzTx/>
              <a:buFont typeface="Arial" panose="020B0604020202020204" pitchFamily="34" charset="0"/>
              <a:buChar char="•"/>
              <a:defRPr sz="1288" b="1">
                <a:latin typeface="Times New Roman"/>
                <a:ea typeface="Times New Roman"/>
                <a:cs typeface="Times New Roman"/>
                <a:sym typeface="Times New Roman"/>
              </a:defRPr>
            </a:pPr>
            <a:r>
              <a:rPr lang="en-US" sz="2400" dirty="0">
                <a:cs typeface="Times New Roman" panose="02020603050405020304" pitchFamily="18" charset="0"/>
              </a:rPr>
              <a:t>Desktop/Laptop: </a:t>
            </a:r>
            <a:r>
              <a:rPr lang="en-US" sz="2400" b="0" dirty="0">
                <a:cs typeface="Times New Roman" panose="02020603050405020304" pitchFamily="18" charset="0"/>
              </a:rPr>
              <a:t>A basic operation system of Windows/Linux/</a:t>
            </a:r>
            <a:r>
              <a:rPr lang="en-US" sz="2400" b="0" dirty="0" err="1">
                <a:cs typeface="Times New Roman" panose="02020603050405020304" pitchFamily="18" charset="0"/>
              </a:rPr>
              <a:t>MacOs</a:t>
            </a:r>
            <a:r>
              <a:rPr lang="en-US" sz="2400" b="0" dirty="0">
                <a:cs typeface="Times New Roman" panose="02020603050405020304" pitchFamily="18" charset="0"/>
              </a:rPr>
              <a:t> with least requirements like 4GB RAM and 64GB storage which has access to  a internet access and modern web browser.</a:t>
            </a:r>
          </a:p>
          <a:p>
            <a:pPr defTabSz="841247">
              <a:spcBef>
                <a:spcPts val="500"/>
              </a:spcBef>
              <a:buSzTx/>
              <a:buFont typeface="Arial" panose="020B0604020202020204" pitchFamily="34" charset="0"/>
              <a:buChar char="•"/>
              <a:defRPr sz="1288" b="1">
                <a:latin typeface="Times New Roman"/>
                <a:ea typeface="Times New Roman"/>
                <a:cs typeface="Times New Roman"/>
                <a:sym typeface="Times New Roman"/>
              </a:defRPr>
            </a:pPr>
            <a:r>
              <a:rPr lang="en-US" sz="2400" b="1" dirty="0">
                <a:cs typeface="Times New Roman" panose="02020603050405020304" pitchFamily="18" charset="0"/>
              </a:rPr>
              <a:t>Languages used: </a:t>
            </a:r>
            <a:r>
              <a:rPr lang="en-US" sz="2400" b="0" dirty="0">
                <a:cs typeface="Times New Roman" panose="02020603050405020304" pitchFamily="18" charset="0"/>
              </a:rPr>
              <a:t>HTML, CSS, PHP, MySQL</a:t>
            </a:r>
          </a:p>
          <a:p>
            <a:endParaRPr lang="en-IN" sz="1400" dirty="0"/>
          </a:p>
        </p:txBody>
      </p:sp>
    </p:spTree>
    <p:extLst>
      <p:ext uri="{BB962C8B-B14F-4D97-AF65-F5344CB8AC3E}">
        <p14:creationId xmlns:p14="http://schemas.microsoft.com/office/powerpoint/2010/main" val="161861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pPr algn="ctr"/>
            <a:r>
              <a:rPr lang="en-IN" dirty="0"/>
              <a:t>IMPLEMENTATION &amp; RESULTS</a:t>
            </a:r>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1"/>
            <a:ext cx="10669750" cy="4537659"/>
          </a:xfrm>
        </p:spPr>
        <p:txBody>
          <a:bodyPr anchor="t">
            <a:normAutofit/>
          </a:bodyPr>
          <a:lstStyle/>
          <a:p>
            <a:endParaRPr lang="en-US" sz="2000" b="0" i="0" u="none" strike="noStrike" dirty="0">
              <a:effectLst/>
            </a:endParaRPr>
          </a:p>
          <a:p>
            <a:endParaRPr lang="en-IN" sz="1400" dirty="0"/>
          </a:p>
        </p:txBody>
      </p:sp>
      <p:sp>
        <p:nvSpPr>
          <p:cNvPr id="5" name="TextBox 4">
            <a:extLst>
              <a:ext uri="{FF2B5EF4-FFF2-40B4-BE49-F238E27FC236}">
                <a16:creationId xmlns:a16="http://schemas.microsoft.com/office/drawing/2014/main" id="{0387EFFB-9241-C067-42EE-C280FE47AEB7}"/>
              </a:ext>
            </a:extLst>
          </p:cNvPr>
          <p:cNvSpPr txBox="1"/>
          <p:nvPr/>
        </p:nvSpPr>
        <p:spPr>
          <a:xfrm>
            <a:off x="1070688" y="1841852"/>
            <a:ext cx="10244235" cy="1367234"/>
          </a:xfrm>
          <a:prstGeom prst="rect">
            <a:avLst/>
          </a:prstGeom>
          <a:noFill/>
        </p:spPr>
        <p:txBody>
          <a:bodyPr wrap="square">
            <a:spAutoFit/>
          </a:bodyPr>
          <a:lstStyle/>
          <a:p>
            <a:pPr marL="514350" indent="-285750">
              <a:lnSpc>
                <a:spcPct val="107000"/>
              </a:lnSpc>
              <a:spcAft>
                <a:spcPts val="800"/>
              </a:spcAft>
              <a:buFont typeface="Arial" panose="020B0604020202020204" pitchFamily="34" charset="0"/>
              <a:buChar char="•"/>
            </a:pPr>
            <a:r>
              <a:rPr lang="en-US" dirty="0">
                <a:ea typeface="Times New Roman" panose="02020603050405020304" pitchFamily="18" charset="0"/>
                <a:cs typeface="Times New Roman" panose="02020603050405020304" pitchFamily="18" charset="0"/>
              </a:rPr>
              <a:t>The initial page(Homepage) of the website FINDLIFE, gives awareness and encourages people to donate organs. There are also a few common FAQs solved and the main intention and focus of the platform is clearly mentioned for the user</a:t>
            </a:r>
            <a:endParaRPr lang="en-US" dirty="0">
              <a:effectLst/>
              <a:ea typeface="Times New Roman" panose="02020603050405020304" pitchFamily="18" charset="0"/>
              <a:cs typeface="Times New Roman" panose="02020603050405020304" pitchFamily="18" charset="0"/>
            </a:endParaRPr>
          </a:p>
          <a:p>
            <a:pPr marL="228600">
              <a:lnSpc>
                <a:spcPct val="107000"/>
              </a:lnSpc>
              <a:spcAft>
                <a:spcPts val="800"/>
              </a:spcAft>
            </a:pPr>
            <a:endParaRPr lang="en-IN" dirty="0">
              <a:effectLst/>
              <a:ea typeface="Calibri" panose="020F0502020204030204" pitchFamily="34" charset="0"/>
              <a:cs typeface="Times New Roman" panose="02020603050405020304" pitchFamily="18" charset="0"/>
            </a:endParaRPr>
          </a:p>
        </p:txBody>
      </p:sp>
      <p:pic>
        <p:nvPicPr>
          <p:cNvPr id="6" name="Picture 5" descr="Graphical user interface, application&#10;&#10;Description automatically generated">
            <a:extLst>
              <a:ext uri="{FF2B5EF4-FFF2-40B4-BE49-F238E27FC236}">
                <a16:creationId xmlns:a16="http://schemas.microsoft.com/office/drawing/2014/main" id="{FE9749FB-CFCE-2AEE-8B7E-8CE08ED7514D}"/>
              </a:ext>
            </a:extLst>
          </p:cNvPr>
          <p:cNvPicPr>
            <a:picLocks noChangeAspect="1"/>
          </p:cNvPicPr>
          <p:nvPr/>
        </p:nvPicPr>
        <p:blipFill rotWithShape="1">
          <a:blip r:embed="rId2"/>
          <a:srcRect t="3874" b="5413"/>
          <a:stretch/>
        </p:blipFill>
        <p:spPr bwMode="auto">
          <a:xfrm>
            <a:off x="2792294" y="2939027"/>
            <a:ext cx="5943600" cy="30327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04047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pPr algn="ctr"/>
            <a:r>
              <a:rPr lang="en-IN"/>
              <a:t>IMPLEMENTATION(Contd.)</a:t>
            </a:r>
            <a:endParaRPr lang="en-IN" dirty="0"/>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1"/>
            <a:ext cx="10669750" cy="4537659"/>
          </a:xfrm>
        </p:spPr>
        <p:txBody>
          <a:bodyPr anchor="t">
            <a:normAutofit/>
          </a:bodyPr>
          <a:lstStyle/>
          <a:p>
            <a:endParaRPr lang="en-US" sz="2000" b="0" i="0" u="none" strike="noStrike" dirty="0">
              <a:effectLst/>
            </a:endParaRPr>
          </a:p>
          <a:p>
            <a:endParaRPr lang="en-IN" sz="1400" dirty="0"/>
          </a:p>
        </p:txBody>
      </p:sp>
      <p:pic>
        <p:nvPicPr>
          <p:cNvPr id="3" name="Picture 2" descr="Graphical user interface, text&#10;&#10;Description automatically generated">
            <a:extLst>
              <a:ext uri="{FF2B5EF4-FFF2-40B4-BE49-F238E27FC236}">
                <a16:creationId xmlns:a16="http://schemas.microsoft.com/office/drawing/2014/main" id="{5B7B0A8D-7E5A-6852-F741-11AC1E08A61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786" b="5186"/>
          <a:stretch/>
        </p:blipFill>
        <p:spPr bwMode="auto">
          <a:xfrm>
            <a:off x="877077" y="2029728"/>
            <a:ext cx="5118481" cy="3456671"/>
          </a:xfrm>
          <a:prstGeom prst="rect">
            <a:avLst/>
          </a:prstGeom>
          <a:ln>
            <a:noFill/>
          </a:ln>
          <a:extLst>
            <a:ext uri="{53640926-AAD7-44D8-BBD7-CCE9431645EC}">
              <a14:shadowObscured xmlns:a14="http://schemas.microsoft.com/office/drawing/2010/main"/>
            </a:ext>
          </a:extLst>
        </p:spPr>
      </p:pic>
      <p:pic>
        <p:nvPicPr>
          <p:cNvPr id="4" name="Picture 3" descr="Graphical user interface, text, application&#10;&#10;Description automatically generated">
            <a:extLst>
              <a:ext uri="{FF2B5EF4-FFF2-40B4-BE49-F238E27FC236}">
                <a16:creationId xmlns:a16="http://schemas.microsoft.com/office/drawing/2014/main" id="{DB6F24E1-8D82-2734-4CA6-C00CD0B07CDC}"/>
              </a:ext>
            </a:extLst>
          </p:cNvPr>
          <p:cNvPicPr>
            <a:picLocks noChangeAspect="1"/>
          </p:cNvPicPr>
          <p:nvPr/>
        </p:nvPicPr>
        <p:blipFill rotWithShape="1">
          <a:blip r:embed="rId3"/>
          <a:srcRect t="3874" b="4957"/>
          <a:stretch/>
        </p:blipFill>
        <p:spPr bwMode="auto">
          <a:xfrm>
            <a:off x="6230861" y="2029728"/>
            <a:ext cx="4868975" cy="345667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50767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pPr algn="ctr"/>
            <a:r>
              <a:rPr lang="en-IN" dirty="0"/>
              <a:t>IMPLEMENTATION &amp; RESULTS(Contd.)</a:t>
            </a:r>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1"/>
            <a:ext cx="10669750" cy="4537659"/>
          </a:xfrm>
        </p:spPr>
        <p:txBody>
          <a:bodyPr anchor="t">
            <a:normAutofit/>
          </a:bodyPr>
          <a:lstStyle/>
          <a:p>
            <a:endParaRPr lang="en-US" sz="2000" b="0" i="0" u="none" strike="noStrike" dirty="0">
              <a:effectLst/>
            </a:endParaRPr>
          </a:p>
          <a:p>
            <a:endParaRPr lang="en-IN" sz="1400" dirty="0"/>
          </a:p>
        </p:txBody>
      </p:sp>
      <p:sp>
        <p:nvSpPr>
          <p:cNvPr id="6" name="TextBox 5">
            <a:extLst>
              <a:ext uri="{FF2B5EF4-FFF2-40B4-BE49-F238E27FC236}">
                <a16:creationId xmlns:a16="http://schemas.microsoft.com/office/drawing/2014/main" id="{6D23CCA0-3C0A-BFCA-1EB8-B47A76D377C4}"/>
              </a:ext>
            </a:extLst>
          </p:cNvPr>
          <p:cNvSpPr txBox="1"/>
          <p:nvPr/>
        </p:nvSpPr>
        <p:spPr>
          <a:xfrm>
            <a:off x="1171575" y="1736092"/>
            <a:ext cx="10810875" cy="400110"/>
          </a:xfrm>
          <a:prstGeom prst="rect">
            <a:avLst/>
          </a:prstGeom>
          <a:noFill/>
        </p:spPr>
        <p:txBody>
          <a:bodyPr wrap="square" rtlCol="0">
            <a:spAutoFit/>
          </a:bodyPr>
          <a:lstStyle/>
          <a:p>
            <a:r>
              <a:rPr lang="en-IN" sz="2000" dirty="0"/>
              <a:t>The about page tells about the vision, mission and goals of creating </a:t>
            </a:r>
            <a:r>
              <a:rPr lang="en-IN" sz="2000" dirty="0" err="1"/>
              <a:t>FindLife</a:t>
            </a:r>
            <a:endParaRPr lang="en-IN" sz="2000" dirty="0"/>
          </a:p>
        </p:txBody>
      </p:sp>
      <p:pic>
        <p:nvPicPr>
          <p:cNvPr id="7" name="Picture 6" descr="Graphical user interface, application&#10;&#10;Description automatically generated">
            <a:extLst>
              <a:ext uri="{FF2B5EF4-FFF2-40B4-BE49-F238E27FC236}">
                <a16:creationId xmlns:a16="http://schemas.microsoft.com/office/drawing/2014/main" id="{B1CBFE48-D251-3639-8F36-4736F58ECD4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330" b="6097"/>
          <a:stretch/>
        </p:blipFill>
        <p:spPr bwMode="auto">
          <a:xfrm>
            <a:off x="2954014" y="2526877"/>
            <a:ext cx="5943600" cy="29946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42208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pPr algn="ctr"/>
            <a:r>
              <a:rPr lang="en-IN" dirty="0"/>
              <a:t>IMPLEMENTATION &amp; RESULTS(Contd.)</a:t>
            </a:r>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1"/>
            <a:ext cx="10669750" cy="4537659"/>
          </a:xfrm>
        </p:spPr>
        <p:txBody>
          <a:bodyPr anchor="t">
            <a:normAutofit/>
          </a:bodyPr>
          <a:lstStyle/>
          <a:p>
            <a:endParaRPr lang="en-US" sz="2000" b="0" i="0" u="none" strike="noStrike" dirty="0">
              <a:effectLst/>
            </a:endParaRPr>
          </a:p>
          <a:p>
            <a:endParaRPr lang="en-IN" sz="1400" dirty="0"/>
          </a:p>
        </p:txBody>
      </p:sp>
      <p:sp>
        <p:nvSpPr>
          <p:cNvPr id="6" name="TextBox 5">
            <a:extLst>
              <a:ext uri="{FF2B5EF4-FFF2-40B4-BE49-F238E27FC236}">
                <a16:creationId xmlns:a16="http://schemas.microsoft.com/office/drawing/2014/main" id="{6D23CCA0-3C0A-BFCA-1EB8-B47A76D377C4}"/>
              </a:ext>
            </a:extLst>
          </p:cNvPr>
          <p:cNvSpPr txBox="1"/>
          <p:nvPr/>
        </p:nvSpPr>
        <p:spPr>
          <a:xfrm>
            <a:off x="1171575" y="1736092"/>
            <a:ext cx="10810875" cy="400110"/>
          </a:xfrm>
          <a:prstGeom prst="rect">
            <a:avLst/>
          </a:prstGeom>
          <a:noFill/>
        </p:spPr>
        <p:txBody>
          <a:bodyPr wrap="square" rtlCol="0">
            <a:spAutoFit/>
          </a:bodyPr>
          <a:lstStyle/>
          <a:p>
            <a:r>
              <a:rPr lang="en-IN" sz="2000" dirty="0"/>
              <a:t>Donate page gives a form to be filled by Guardian/Close-relative of donor when he is dead</a:t>
            </a:r>
          </a:p>
        </p:txBody>
      </p:sp>
      <p:pic>
        <p:nvPicPr>
          <p:cNvPr id="3" name="Picture 2" descr="Graphical user interface, application&#10;&#10;Description automatically generated">
            <a:extLst>
              <a:ext uri="{FF2B5EF4-FFF2-40B4-BE49-F238E27FC236}">
                <a16:creationId xmlns:a16="http://schemas.microsoft.com/office/drawing/2014/main" id="{649E4BB4-AD9B-FEC7-3E82-60B47F499B37}"/>
              </a:ext>
            </a:extLst>
          </p:cNvPr>
          <p:cNvPicPr>
            <a:picLocks noChangeAspect="1"/>
          </p:cNvPicPr>
          <p:nvPr/>
        </p:nvPicPr>
        <p:blipFill rotWithShape="1">
          <a:blip r:embed="rId2"/>
          <a:srcRect t="5015" b="7009"/>
          <a:stretch/>
        </p:blipFill>
        <p:spPr bwMode="auto">
          <a:xfrm>
            <a:off x="882383" y="2634019"/>
            <a:ext cx="4409922" cy="2476549"/>
          </a:xfrm>
          <a:prstGeom prst="rect">
            <a:avLst/>
          </a:prstGeom>
          <a:ln>
            <a:noFill/>
          </a:ln>
          <a:extLst>
            <a:ext uri="{53640926-AAD7-44D8-BBD7-CCE9431645EC}">
              <a14:shadowObscured xmlns:a14="http://schemas.microsoft.com/office/drawing/2010/main"/>
            </a:ext>
          </a:extLst>
        </p:spPr>
      </p:pic>
      <p:pic>
        <p:nvPicPr>
          <p:cNvPr id="4" name="Picture 3" descr="Graphical user interface, text, application&#10;&#10;Description automatically generated">
            <a:extLst>
              <a:ext uri="{FF2B5EF4-FFF2-40B4-BE49-F238E27FC236}">
                <a16:creationId xmlns:a16="http://schemas.microsoft.com/office/drawing/2014/main" id="{71DF7A45-DBAC-540C-41D9-84B66E939489}"/>
              </a:ext>
            </a:extLst>
          </p:cNvPr>
          <p:cNvPicPr>
            <a:picLocks noChangeAspect="1"/>
          </p:cNvPicPr>
          <p:nvPr/>
        </p:nvPicPr>
        <p:blipFill rotWithShape="1">
          <a:blip r:embed="rId3"/>
          <a:srcRect l="-769" t="3191" r="769" b="7749"/>
          <a:stretch/>
        </p:blipFill>
        <p:spPr bwMode="auto">
          <a:xfrm>
            <a:off x="6075142" y="2624129"/>
            <a:ext cx="5003156" cy="250638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61150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pPr algn="ctr"/>
            <a:r>
              <a:rPr lang="en-IN" dirty="0"/>
              <a:t>IMPLEMENTATION &amp; RESULTS(Contd.)</a:t>
            </a:r>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1"/>
            <a:ext cx="10669750" cy="4537659"/>
          </a:xfrm>
        </p:spPr>
        <p:txBody>
          <a:bodyPr anchor="t">
            <a:normAutofit/>
          </a:bodyPr>
          <a:lstStyle/>
          <a:p>
            <a:endParaRPr lang="en-US" sz="2000" b="0" i="0" u="none" strike="noStrike" dirty="0">
              <a:effectLst/>
            </a:endParaRPr>
          </a:p>
          <a:p>
            <a:endParaRPr lang="en-IN" sz="1400" dirty="0"/>
          </a:p>
        </p:txBody>
      </p:sp>
      <p:sp>
        <p:nvSpPr>
          <p:cNvPr id="6" name="TextBox 5">
            <a:extLst>
              <a:ext uri="{FF2B5EF4-FFF2-40B4-BE49-F238E27FC236}">
                <a16:creationId xmlns:a16="http://schemas.microsoft.com/office/drawing/2014/main" id="{6D23CCA0-3C0A-BFCA-1EB8-B47A76D377C4}"/>
              </a:ext>
            </a:extLst>
          </p:cNvPr>
          <p:cNvSpPr txBox="1"/>
          <p:nvPr/>
        </p:nvSpPr>
        <p:spPr>
          <a:xfrm>
            <a:off x="1171575" y="1736092"/>
            <a:ext cx="10810875" cy="400110"/>
          </a:xfrm>
          <a:prstGeom prst="rect">
            <a:avLst/>
          </a:prstGeom>
          <a:noFill/>
        </p:spPr>
        <p:txBody>
          <a:bodyPr wrap="square" rtlCol="0">
            <a:spAutoFit/>
          </a:bodyPr>
          <a:lstStyle/>
          <a:p>
            <a:r>
              <a:rPr lang="en-IN" sz="2000" dirty="0"/>
              <a:t>Request page gives details of required donors for the search inputs of city, organ and blood group</a:t>
            </a:r>
          </a:p>
        </p:txBody>
      </p:sp>
      <p:pic>
        <p:nvPicPr>
          <p:cNvPr id="5" name="Picture 4" descr="Graphical user interface, application&#10;&#10;Description automatically generated">
            <a:extLst>
              <a:ext uri="{FF2B5EF4-FFF2-40B4-BE49-F238E27FC236}">
                <a16:creationId xmlns:a16="http://schemas.microsoft.com/office/drawing/2014/main" id="{F57CBC2F-C849-8329-694C-C7239DA110F3}"/>
              </a:ext>
            </a:extLst>
          </p:cNvPr>
          <p:cNvPicPr>
            <a:picLocks noChangeAspect="1"/>
          </p:cNvPicPr>
          <p:nvPr/>
        </p:nvPicPr>
        <p:blipFill rotWithShape="1">
          <a:blip r:embed="rId2"/>
          <a:srcRect t="3874" b="9060"/>
          <a:stretch/>
        </p:blipFill>
        <p:spPr bwMode="auto">
          <a:xfrm>
            <a:off x="3114880" y="2504947"/>
            <a:ext cx="5943600" cy="291084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71810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pPr algn="ctr"/>
            <a:r>
              <a:rPr lang="en-IN"/>
              <a:t>IMPLEMENTATION(Contd.)</a:t>
            </a:r>
            <a:endParaRPr lang="en-IN" dirty="0"/>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1"/>
            <a:ext cx="10669750" cy="4537659"/>
          </a:xfrm>
        </p:spPr>
        <p:txBody>
          <a:bodyPr anchor="t">
            <a:normAutofit/>
          </a:bodyPr>
          <a:lstStyle/>
          <a:p>
            <a:endParaRPr lang="en-US" sz="2000" b="0" i="0" u="none" strike="noStrike" dirty="0">
              <a:effectLst/>
            </a:endParaRPr>
          </a:p>
          <a:p>
            <a:endParaRPr lang="en-IN" sz="1400" dirty="0"/>
          </a:p>
        </p:txBody>
      </p:sp>
      <p:sp>
        <p:nvSpPr>
          <p:cNvPr id="6" name="TextBox 5">
            <a:extLst>
              <a:ext uri="{FF2B5EF4-FFF2-40B4-BE49-F238E27FC236}">
                <a16:creationId xmlns:a16="http://schemas.microsoft.com/office/drawing/2014/main" id="{6D23CCA0-3C0A-BFCA-1EB8-B47A76D377C4}"/>
              </a:ext>
            </a:extLst>
          </p:cNvPr>
          <p:cNvSpPr txBox="1"/>
          <p:nvPr/>
        </p:nvSpPr>
        <p:spPr>
          <a:xfrm>
            <a:off x="1171575" y="1736092"/>
            <a:ext cx="10810875" cy="400110"/>
          </a:xfrm>
          <a:prstGeom prst="rect">
            <a:avLst/>
          </a:prstGeom>
          <a:noFill/>
        </p:spPr>
        <p:txBody>
          <a:bodyPr wrap="square" rtlCol="0">
            <a:spAutoFit/>
          </a:bodyPr>
          <a:lstStyle/>
          <a:p>
            <a:r>
              <a:rPr lang="en-IN" sz="2000" dirty="0"/>
              <a:t>Saviours page gives details all the donors who donated organs through </a:t>
            </a:r>
            <a:r>
              <a:rPr lang="en-IN" sz="2000" dirty="0" err="1"/>
              <a:t>FindLife</a:t>
            </a:r>
            <a:r>
              <a:rPr lang="en-IN" sz="2000" dirty="0"/>
              <a:t>.</a:t>
            </a:r>
          </a:p>
        </p:txBody>
      </p:sp>
      <p:pic>
        <p:nvPicPr>
          <p:cNvPr id="3" name="Picture 2">
            <a:extLst>
              <a:ext uri="{FF2B5EF4-FFF2-40B4-BE49-F238E27FC236}">
                <a16:creationId xmlns:a16="http://schemas.microsoft.com/office/drawing/2014/main" id="{30566AB7-0A43-2FED-BCB4-345479024A7C}"/>
              </a:ext>
            </a:extLst>
          </p:cNvPr>
          <p:cNvPicPr>
            <a:picLocks noChangeAspect="1"/>
          </p:cNvPicPr>
          <p:nvPr/>
        </p:nvPicPr>
        <p:blipFill rotWithShape="1">
          <a:blip r:embed="rId2"/>
          <a:srcRect t="4558" b="9060"/>
          <a:stretch/>
        </p:blipFill>
        <p:spPr bwMode="auto">
          <a:xfrm>
            <a:off x="2849239" y="2521177"/>
            <a:ext cx="5943600" cy="28879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32183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pPr algn="ctr"/>
            <a:r>
              <a:rPr lang="en-IN" dirty="0"/>
              <a:t>IMPLEMENTATION &amp; RESULTS(Contd.)</a:t>
            </a:r>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1"/>
            <a:ext cx="10669750" cy="4537659"/>
          </a:xfrm>
        </p:spPr>
        <p:txBody>
          <a:bodyPr anchor="t">
            <a:normAutofit/>
          </a:bodyPr>
          <a:lstStyle/>
          <a:p>
            <a:endParaRPr lang="en-US" sz="2000" b="0" i="0" u="none" strike="noStrike" dirty="0">
              <a:effectLst/>
            </a:endParaRPr>
          </a:p>
          <a:p>
            <a:endParaRPr lang="en-IN" sz="1400" dirty="0"/>
          </a:p>
        </p:txBody>
      </p:sp>
      <p:sp>
        <p:nvSpPr>
          <p:cNvPr id="6" name="TextBox 5">
            <a:extLst>
              <a:ext uri="{FF2B5EF4-FFF2-40B4-BE49-F238E27FC236}">
                <a16:creationId xmlns:a16="http://schemas.microsoft.com/office/drawing/2014/main" id="{6D23CCA0-3C0A-BFCA-1EB8-B47A76D377C4}"/>
              </a:ext>
            </a:extLst>
          </p:cNvPr>
          <p:cNvSpPr txBox="1"/>
          <p:nvPr/>
        </p:nvSpPr>
        <p:spPr>
          <a:xfrm>
            <a:off x="1171575" y="1736092"/>
            <a:ext cx="10810875" cy="400110"/>
          </a:xfrm>
          <a:prstGeom prst="rect">
            <a:avLst/>
          </a:prstGeom>
          <a:noFill/>
        </p:spPr>
        <p:txBody>
          <a:bodyPr wrap="square" rtlCol="0">
            <a:spAutoFit/>
          </a:bodyPr>
          <a:lstStyle/>
          <a:p>
            <a:r>
              <a:rPr lang="en-IN" sz="2000" dirty="0"/>
              <a:t>Saviours page gives details all the donors who donated organs through </a:t>
            </a:r>
            <a:r>
              <a:rPr lang="en-IN" sz="2000" dirty="0" err="1"/>
              <a:t>FindLife</a:t>
            </a:r>
            <a:r>
              <a:rPr lang="en-IN" sz="2000" dirty="0"/>
              <a:t>.</a:t>
            </a:r>
          </a:p>
        </p:txBody>
      </p:sp>
      <p:pic>
        <p:nvPicPr>
          <p:cNvPr id="3" name="Picture 2">
            <a:extLst>
              <a:ext uri="{FF2B5EF4-FFF2-40B4-BE49-F238E27FC236}">
                <a16:creationId xmlns:a16="http://schemas.microsoft.com/office/drawing/2014/main" id="{30566AB7-0A43-2FED-BCB4-345479024A7C}"/>
              </a:ext>
            </a:extLst>
          </p:cNvPr>
          <p:cNvPicPr>
            <a:picLocks noChangeAspect="1"/>
          </p:cNvPicPr>
          <p:nvPr/>
        </p:nvPicPr>
        <p:blipFill rotWithShape="1">
          <a:blip r:embed="rId2"/>
          <a:srcRect t="4558" b="9060"/>
          <a:stretch/>
        </p:blipFill>
        <p:spPr bwMode="auto">
          <a:xfrm>
            <a:off x="2849239" y="2521177"/>
            <a:ext cx="5943600" cy="28879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31662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pPr algn="ctr"/>
            <a:r>
              <a:rPr lang="en-IN"/>
              <a:t>CONCLUSION</a:t>
            </a:r>
            <a:endParaRPr lang="en-IN" dirty="0"/>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1"/>
            <a:ext cx="10669750" cy="4537659"/>
          </a:xfrm>
        </p:spPr>
        <p:txBody>
          <a:bodyPr anchor="t">
            <a:normAutofit/>
          </a:bodyPr>
          <a:lstStyle/>
          <a:p>
            <a:endParaRPr lang="en-US" sz="2000" b="0" i="0" u="none" strike="noStrike" dirty="0">
              <a:effectLst/>
            </a:endParaRPr>
          </a:p>
          <a:p>
            <a:endParaRPr lang="en-IN" sz="1400" dirty="0"/>
          </a:p>
        </p:txBody>
      </p:sp>
      <p:sp>
        <p:nvSpPr>
          <p:cNvPr id="6" name="TextBox 5">
            <a:extLst>
              <a:ext uri="{FF2B5EF4-FFF2-40B4-BE49-F238E27FC236}">
                <a16:creationId xmlns:a16="http://schemas.microsoft.com/office/drawing/2014/main" id="{6D23CCA0-3C0A-BFCA-1EB8-B47A76D377C4}"/>
              </a:ext>
            </a:extLst>
          </p:cNvPr>
          <p:cNvSpPr txBox="1"/>
          <p:nvPr/>
        </p:nvSpPr>
        <p:spPr>
          <a:xfrm>
            <a:off x="1189022" y="1941985"/>
            <a:ext cx="9810556" cy="3170099"/>
          </a:xfrm>
          <a:prstGeom prst="rect">
            <a:avLst/>
          </a:prstGeom>
          <a:noFill/>
        </p:spPr>
        <p:txBody>
          <a:bodyPr wrap="square" rtlCol="0">
            <a:spAutoFit/>
          </a:bodyPr>
          <a:lstStyle/>
          <a:p>
            <a:r>
              <a:rPr lang="en-IN" sz="2000" dirty="0"/>
              <a:t>The organ donation website “</a:t>
            </a:r>
            <a:r>
              <a:rPr lang="en-IN" sz="2000" dirty="0" err="1"/>
              <a:t>FindLife</a:t>
            </a:r>
            <a:r>
              <a:rPr lang="en-IN" sz="2000" dirty="0"/>
              <a:t>” is created which reached the two goals set at first, spreading awareness on organ donation and maintaining proper contact between donors and recipients so that no person dies of lack of supply of organs.</a:t>
            </a:r>
          </a:p>
          <a:p>
            <a:endParaRPr lang="en-IN" sz="2000" dirty="0"/>
          </a:p>
          <a:p>
            <a:r>
              <a:rPr lang="en-IN" sz="2000" dirty="0"/>
              <a:t>The website also assures safety and security for the details provided by the users and makes efficient use of them by displaying it directly to the recipients and enabling them to request.</a:t>
            </a:r>
          </a:p>
          <a:p>
            <a:endParaRPr lang="en-IN" sz="2000" dirty="0"/>
          </a:p>
          <a:p>
            <a:r>
              <a:rPr lang="en-IN" sz="2000" dirty="0"/>
              <a:t>Recipient can apply filters like city, organ and blood group to see the available options and choose the suitable one.</a:t>
            </a:r>
          </a:p>
          <a:p>
            <a:endParaRPr lang="en-IN" sz="2000" dirty="0"/>
          </a:p>
        </p:txBody>
      </p:sp>
    </p:spTree>
    <p:extLst>
      <p:ext uri="{BB962C8B-B14F-4D97-AF65-F5344CB8AC3E}">
        <p14:creationId xmlns:p14="http://schemas.microsoft.com/office/powerpoint/2010/main" val="2882999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2" name="Rectangle 1051">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ight Triangle 105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6" name="Rectangle 1055">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877077" y="755099"/>
            <a:ext cx="10905052" cy="849169"/>
          </a:xfrm>
        </p:spPr>
        <p:txBody>
          <a:bodyPr>
            <a:normAutofit/>
          </a:bodyPr>
          <a:lstStyle/>
          <a:p>
            <a:pPr algn="ctr"/>
            <a:r>
              <a:rPr lang="en-IN" dirty="0"/>
              <a:t>FUTURE SCOPE</a:t>
            </a:r>
          </a:p>
        </p:txBody>
      </p: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877077" y="1565241"/>
            <a:ext cx="10669750" cy="4537659"/>
          </a:xfrm>
        </p:spPr>
        <p:txBody>
          <a:bodyPr anchor="t">
            <a:normAutofit/>
          </a:bodyPr>
          <a:lstStyle/>
          <a:p>
            <a:endParaRPr lang="en-US" sz="2000" b="0" i="0" u="none" strike="noStrike" dirty="0">
              <a:effectLst/>
            </a:endParaRPr>
          </a:p>
          <a:p>
            <a:endParaRPr lang="en-IN" sz="1400" dirty="0"/>
          </a:p>
        </p:txBody>
      </p:sp>
      <p:sp>
        <p:nvSpPr>
          <p:cNvPr id="6" name="TextBox 5">
            <a:extLst>
              <a:ext uri="{FF2B5EF4-FFF2-40B4-BE49-F238E27FC236}">
                <a16:creationId xmlns:a16="http://schemas.microsoft.com/office/drawing/2014/main" id="{6D23CCA0-3C0A-BFCA-1EB8-B47A76D377C4}"/>
              </a:ext>
            </a:extLst>
          </p:cNvPr>
          <p:cNvSpPr txBox="1"/>
          <p:nvPr/>
        </p:nvSpPr>
        <p:spPr>
          <a:xfrm>
            <a:off x="1189022" y="1941985"/>
            <a:ext cx="9578506"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A</a:t>
            </a:r>
            <a:r>
              <a:rPr lang="en-IN" sz="2400" dirty="0"/>
              <a:t>I &amp; ML technologies can be used to increase efficiency, </a:t>
            </a:r>
            <a:r>
              <a:rPr lang="en-IN" sz="2400" b="1" dirty="0"/>
              <a:t>algorithms</a:t>
            </a:r>
            <a:r>
              <a:rPr lang="en-IN" sz="2400" dirty="0"/>
              <a:t> can </a:t>
            </a:r>
            <a:r>
              <a:rPr lang="en-IN" sz="2400" b="1" dirty="0"/>
              <a:t>match </a:t>
            </a:r>
            <a:r>
              <a:rPr lang="en-IN" sz="2400" dirty="0"/>
              <a:t>donors and recipients quickly and accurately</a:t>
            </a:r>
          </a:p>
          <a:p>
            <a:pPr marL="342900" indent="-342900">
              <a:buFont typeface="Arial" panose="020B0604020202020204" pitchFamily="34" charset="0"/>
              <a:buChar char="•"/>
            </a:pPr>
            <a:r>
              <a:rPr lang="en-IN" sz="2400" dirty="0"/>
              <a:t>It can be used as a platform for </a:t>
            </a:r>
            <a:r>
              <a:rPr lang="en-IN" sz="2400" b="1" dirty="0"/>
              <a:t>research and analysis</a:t>
            </a:r>
            <a:r>
              <a:rPr lang="en-IN" sz="2400" dirty="0"/>
              <a:t>.</a:t>
            </a:r>
          </a:p>
          <a:p>
            <a:pPr marL="342900" indent="-342900">
              <a:buFont typeface="Arial" panose="020B0604020202020204" pitchFamily="34" charset="0"/>
              <a:buChar char="•"/>
            </a:pPr>
            <a:r>
              <a:rPr lang="en-IN" sz="2400" dirty="0"/>
              <a:t>Recipients can directly click on a button to </a:t>
            </a:r>
            <a:r>
              <a:rPr lang="en-IN" sz="2400" b="1" dirty="0"/>
              <a:t>request</a:t>
            </a:r>
            <a:r>
              <a:rPr lang="en-IN" sz="2400" dirty="0"/>
              <a:t> for the organ and the suitable organ is </a:t>
            </a:r>
            <a:r>
              <a:rPr lang="en-IN" sz="2400" b="1" dirty="0"/>
              <a:t>delivered</a:t>
            </a:r>
            <a:r>
              <a:rPr lang="en-IN" sz="2400" dirty="0"/>
              <a:t> to their place at the required time whenever needed.</a:t>
            </a:r>
          </a:p>
          <a:p>
            <a:pPr marL="342900" indent="-342900">
              <a:buFont typeface="Arial" panose="020B0604020202020204" pitchFamily="34" charset="0"/>
              <a:buChar char="•"/>
            </a:pPr>
            <a:r>
              <a:rPr lang="en-IN" sz="2400" dirty="0"/>
              <a:t>It can provide a portal for </a:t>
            </a:r>
            <a:r>
              <a:rPr lang="en-IN" sz="2400" b="1" dirty="0"/>
              <a:t>living donors</a:t>
            </a:r>
            <a:r>
              <a:rPr lang="en-IN" sz="2400" dirty="0"/>
              <a:t> too to come forward and donate organs for the needy.</a:t>
            </a:r>
          </a:p>
          <a:p>
            <a:pPr marL="342900" indent="-342900">
              <a:buFont typeface="Arial" panose="020B0604020202020204" pitchFamily="34" charset="0"/>
              <a:buChar char="•"/>
            </a:pPr>
            <a:r>
              <a:rPr lang="en-IN" sz="2400" dirty="0"/>
              <a:t>Impact of the website can be expanded through </a:t>
            </a:r>
            <a:r>
              <a:rPr lang="en-IN" sz="2400" b="1" dirty="0"/>
              <a:t>partnerships </a:t>
            </a:r>
            <a:r>
              <a:rPr lang="en-IN" sz="2400" dirty="0"/>
              <a:t>and </a:t>
            </a:r>
            <a:r>
              <a:rPr lang="en-IN" sz="2400" b="1" dirty="0"/>
              <a:t>collaborations.</a:t>
            </a:r>
          </a:p>
        </p:txBody>
      </p:sp>
    </p:spTree>
    <p:extLst>
      <p:ext uri="{BB962C8B-B14F-4D97-AF65-F5344CB8AC3E}">
        <p14:creationId xmlns:p14="http://schemas.microsoft.com/office/powerpoint/2010/main" val="1021562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1" name="Rectangle 1060">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Freeform: Shape 1062">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65" name="Right Triangle 1064">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7" name="Rectangle 1066">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1006900" y="1188637"/>
            <a:ext cx="3141430" cy="4480726"/>
          </a:xfrm>
        </p:spPr>
        <p:txBody>
          <a:bodyPr>
            <a:normAutofit/>
          </a:bodyPr>
          <a:lstStyle/>
          <a:p>
            <a:pPr algn="r"/>
            <a:r>
              <a:rPr lang="en-IN" sz="4100" dirty="0"/>
              <a:t>REFERENCES</a:t>
            </a:r>
          </a:p>
        </p:txBody>
      </p:sp>
      <p:cxnSp>
        <p:nvCxnSpPr>
          <p:cNvPr id="1069" name="Straight Connector 1068">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5" name="Content Placeholder 2">
            <a:extLst>
              <a:ext uri="{FF2B5EF4-FFF2-40B4-BE49-F238E27FC236}">
                <a16:creationId xmlns:a16="http://schemas.microsoft.com/office/drawing/2014/main" id="{965FB07A-96F4-F689-3FA9-3B9CF8264372}"/>
              </a:ext>
            </a:extLst>
          </p:cNvPr>
          <p:cNvSpPr>
            <a:spLocks noGrp="1"/>
          </p:cNvSpPr>
          <p:nvPr>
            <p:ph idx="1"/>
          </p:nvPr>
        </p:nvSpPr>
        <p:spPr>
          <a:xfrm>
            <a:off x="5138927" y="1338729"/>
            <a:ext cx="5538595" cy="4766796"/>
          </a:xfrm>
        </p:spPr>
        <p:txBody>
          <a:bodyPr anchor="ctr">
            <a:normAutofit/>
          </a:bodyPr>
          <a:lstStyle/>
          <a:p>
            <a:endParaRPr lang="en-US" sz="1800" b="0" i="0" u="none" strike="noStrike" dirty="0">
              <a:effectLst/>
            </a:endParaRPr>
          </a:p>
          <a:p>
            <a:pPr>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Organ Donation Websites: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800" u="sng" dirty="0">
                <a:effectLst/>
                <a:latin typeface="Times New Roman" panose="02020603050405020304" pitchFamily="18" charset="0"/>
                <a:ea typeface="Calibri" panose="020F0502020204030204" pitchFamily="34" charset="0"/>
                <a:cs typeface="Times New Roman" panose="02020603050405020304" pitchFamily="18" charset="0"/>
                <a:hlinkClick r:id="rId2"/>
              </a:rPr>
              <a:t>www.notto.nic.in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800" u="sng" dirty="0">
                <a:effectLst/>
                <a:latin typeface="Times New Roman" panose="02020603050405020304" pitchFamily="18" charset="0"/>
                <a:ea typeface="Calibri" panose="020F0502020204030204" pitchFamily="34" charset="0"/>
                <a:cs typeface="Times New Roman" panose="02020603050405020304" pitchFamily="18" charset="0"/>
                <a:hlinkClick r:id="rId3"/>
              </a:rPr>
              <a:t>www.organdonor.gov</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800" u="sng" dirty="0">
                <a:effectLst/>
                <a:latin typeface="Times New Roman" panose="02020603050405020304" pitchFamily="18" charset="0"/>
                <a:ea typeface="Calibri" panose="020F0502020204030204" pitchFamily="34" charset="0"/>
                <a:cs typeface="Times New Roman" panose="02020603050405020304" pitchFamily="18" charset="0"/>
                <a:hlinkClick r:id="rId4"/>
              </a:rPr>
              <a:t>www.organindia.org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800" u="sng" dirty="0">
                <a:effectLst/>
                <a:latin typeface="Times New Roman" panose="02020603050405020304" pitchFamily="18" charset="0"/>
                <a:ea typeface="Calibri" panose="020F0502020204030204" pitchFamily="34" charset="0"/>
                <a:cs typeface="Times New Roman" panose="02020603050405020304" pitchFamily="18" charset="0"/>
                <a:hlinkClick r:id="rId5"/>
              </a:rPr>
              <a:t>www.mohanfoundation.org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Web development tools: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800" u="sng" dirty="0">
                <a:effectLst/>
                <a:latin typeface="Times New Roman" panose="02020603050405020304" pitchFamily="18" charset="0"/>
                <a:ea typeface="Calibri" panose="020F0502020204030204" pitchFamily="34" charset="0"/>
                <a:cs typeface="Times New Roman" panose="02020603050405020304" pitchFamily="18" charset="0"/>
                <a:hlinkClick r:id="rId6"/>
              </a:rPr>
              <a:t>www.getbootstrap.com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800" u="sng" dirty="0">
                <a:effectLst/>
                <a:latin typeface="Times New Roman" panose="02020603050405020304" pitchFamily="18" charset="0"/>
                <a:ea typeface="Calibri" panose="020F0502020204030204" pitchFamily="34" charset="0"/>
                <a:cs typeface="Times New Roman" panose="02020603050405020304" pitchFamily="18" charset="0"/>
                <a:hlinkClick r:id="rId7"/>
              </a:rPr>
              <a:t>www.fontawesome.com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IN" sz="1800" u="sng" dirty="0">
                <a:effectLst/>
                <a:latin typeface="Times New Roman" panose="02020603050405020304" pitchFamily="18" charset="0"/>
                <a:ea typeface="Calibri" panose="020F0502020204030204" pitchFamily="34" charset="0"/>
                <a:cs typeface="Times New Roman" panose="02020603050405020304" pitchFamily="18" charset="0"/>
                <a:hlinkClick r:id="rId8"/>
              </a:rPr>
              <a:t>https://www.phpmyadmin.net/docs/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IN" sz="1800" u="sng" dirty="0">
                <a:effectLst/>
                <a:latin typeface="Times New Roman" panose="02020603050405020304" pitchFamily="18" charset="0"/>
                <a:ea typeface="Calibri" panose="020F0502020204030204" pitchFamily="34" charset="0"/>
                <a:cs typeface="Times New Roman" panose="02020603050405020304" pitchFamily="18" charset="0"/>
                <a:hlinkClick r:id="rId8"/>
              </a:rPr>
              <a:t>https://en.wikipedia.org/wiki/PHP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pPr>
            <a:endParaRPr lang="en-IN" sz="13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300" dirty="0"/>
          </a:p>
        </p:txBody>
      </p:sp>
    </p:spTree>
    <p:extLst>
      <p:ext uri="{BB962C8B-B14F-4D97-AF65-F5344CB8AC3E}">
        <p14:creationId xmlns:p14="http://schemas.microsoft.com/office/powerpoint/2010/main" val="4023500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1" name="Rectangle 1060">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9" name="Rectangle 1062">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1871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0" name="Rectangle 1064">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9995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BDDD46-CBF2-5359-3E9C-CE92D7091160}"/>
              </a:ext>
            </a:extLst>
          </p:cNvPr>
          <p:cNvSpPr>
            <a:spLocks noGrp="1"/>
          </p:cNvSpPr>
          <p:nvPr>
            <p:ph type="title"/>
          </p:nvPr>
        </p:nvSpPr>
        <p:spPr>
          <a:xfrm>
            <a:off x="1524000" y="1248587"/>
            <a:ext cx="9144000" cy="2387600"/>
          </a:xfrm>
        </p:spPr>
        <p:txBody>
          <a:bodyPr vert="horz" lIns="91440" tIns="45720" rIns="91440" bIns="45720" rtlCol="0" anchor="b">
            <a:normAutofit/>
          </a:bodyPr>
          <a:lstStyle/>
          <a:p>
            <a:pPr algn="ctr"/>
            <a:r>
              <a:rPr lang="en-US" sz="6400" kern="1200" dirty="0">
                <a:solidFill>
                  <a:schemeClr val="tx1"/>
                </a:solidFill>
                <a:latin typeface="+mj-lt"/>
                <a:ea typeface="+mj-ea"/>
                <a:cs typeface="+mj-cs"/>
              </a:rPr>
              <a:t>THANK YOU</a:t>
            </a:r>
          </a:p>
        </p:txBody>
      </p:sp>
      <p:cxnSp>
        <p:nvCxnSpPr>
          <p:cNvPr id="1071" name="Straight Connector 1066">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29769"/>
            <a:ext cx="11000232"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12662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1059</Words>
  <Application>Microsoft Office PowerPoint</Application>
  <PresentationFormat>Widescreen</PresentationFormat>
  <Paragraphs>78</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Century Gothic</vt:lpstr>
      <vt:lpstr>Times New Roman</vt:lpstr>
      <vt:lpstr>Office Theme</vt:lpstr>
      <vt:lpstr>Mini Project-1  ORGAN DONATION SYSTEM  Department of Information Technology B.E. III SEM- AI&amp;DS</vt:lpstr>
      <vt:lpstr>Contents</vt:lpstr>
      <vt:lpstr>INTRODUCTION</vt:lpstr>
      <vt:lpstr>BACKGROUND</vt:lpstr>
      <vt:lpstr>MOTIVATION</vt:lpstr>
      <vt:lpstr>PROBLEM STATEMENT</vt:lpstr>
      <vt:lpstr>SYSTEM DESIGN</vt:lpstr>
      <vt:lpstr>SOFTWARE AND HARDWARE REQUIREMENTS</vt:lpstr>
      <vt:lpstr>IMPLEMENTATION &amp; RESULTS</vt:lpstr>
      <vt:lpstr>IMPLEMENTATION(Contd.)</vt:lpstr>
      <vt:lpstr>IMPLEMENTATION &amp; RESULTS(Contd.)</vt:lpstr>
      <vt:lpstr>IMPLEMENTATION &amp; RESULTS(Contd.)</vt:lpstr>
      <vt:lpstr>IMPLEMENTATION &amp; RESULTS(Contd.)</vt:lpstr>
      <vt:lpstr>IMPLEMENTATION(Contd.)</vt:lpstr>
      <vt:lpstr>IMPLEMENTATION &amp; RESULTS(Contd.)</vt:lpstr>
      <vt:lpstr>CONCLUSION</vt:lpstr>
      <vt:lpstr>FUTURE SCOPE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Project-1  ORGAN DONATION SYSTEM  Department of Information Technology B.E. III SEM- AI&amp;DS</dc:title>
  <dc:creator>KATHYAYINI PASUNURI</dc:creator>
  <cp:lastModifiedBy>KATHYAYINI PASUNURI</cp:lastModifiedBy>
  <cp:revision>1</cp:revision>
  <cp:lastPrinted>2023-02-16T06:30:44Z</cp:lastPrinted>
  <dcterms:created xsi:type="dcterms:W3CDTF">2023-02-16T03:15:44Z</dcterms:created>
  <dcterms:modified xsi:type="dcterms:W3CDTF">2023-02-21T10:48:27Z</dcterms:modified>
</cp:coreProperties>
</file>